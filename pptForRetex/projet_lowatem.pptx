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8" r:id="rId5"/>
  </p:sldIdLst>
  <p:sldSz cx="12192000" cy="6858000"/>
  <p:notesSz cx="7104063" cy="10234613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5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l">
              <a:defRPr sz="13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r">
              <a:defRPr sz="1300"/>
            </a:lvl1pPr>
          </a:lstStyle>
          <a:p>
            <a:pPr rtl="0"/>
            <a:fld id="{BF6B8722-3D8D-4140-BD4A-9E2830E55B45}" type="datetime1">
              <a:rPr lang="fr-FR" smtClean="0"/>
              <a:t>14/04/2022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l">
              <a:defRPr sz="13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r">
              <a:defRPr sz="1300"/>
            </a:lvl1pPr>
          </a:lstStyle>
          <a:p>
            <a:pPr rtl="0"/>
            <a:fld id="{1B143E41-8FAC-495B-8904-B43B013F90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3047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l">
              <a:defRPr sz="13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r">
              <a:defRPr sz="1300"/>
            </a:lvl1pPr>
          </a:lstStyle>
          <a:p>
            <a:pPr rtl="0"/>
            <a:fld id="{3A2DA1E0-F845-4FB2-9D01-CD4EEE454EA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4" tIns="49532" rIns="99064" bIns="49532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8"/>
          </a:xfrm>
          <a:prstGeom prst="rect">
            <a:avLst/>
          </a:prstGeom>
        </p:spPr>
        <p:txBody>
          <a:bodyPr vert="horz" lIns="99064" tIns="49532" rIns="99064" bIns="49532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l">
              <a:defRPr sz="13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r">
              <a:defRPr sz="1300"/>
            </a:lvl1pPr>
          </a:lstStyle>
          <a:p>
            <a:pPr rtl="0"/>
            <a:fld id="{9946CEE3-4835-4F73-BA0B-02C09C03871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790889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946CEE3-4835-4F73-BA0B-02C09C03871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634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F46AECB6-BB6C-4A03-934E-5844294CD0BE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39643A-0C43-4C0E-A5B9-B840360A8BE9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3C3577-126F-4F26-94F0-CB2AEE7220E0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EFB0E9-F83F-4B24-B694-B6214346C648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A97927-232D-4E80-8F84-5BED76402F6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251033-F66D-4DDD-AC92-80CD89B331B0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618C6B-E86E-4842-83C1-66CEB05CEF4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CC3C82-B0A2-40BF-8669-C3625720EF0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BD1A22-B2AE-4B8F-BB6F-F6D54E36CEE6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05CFF4-EE2A-4F72-9FAD-A04B5470587F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6C1C1A-95EA-45B4-935B-9EF52C7203E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Zone de texte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Zone de texte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 du masque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1FFB9A-24CF-4CDE-B354-89A18CEA16F5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C406EB-4EF3-4DFE-855D-567672AB0BCB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 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Zone de texte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480EE7-38A2-4FB9-BE5D-B321D74705AE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E30113-73E1-459F-BE06-5B31A5CDD86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2ECFEC-E6FB-477F-81A5-D19402347593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16831D-F098-4412-8572-1F6EB9701FA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BC99740F-B3E7-4E10-A838-7727F592F546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Projet </a:t>
            </a:r>
            <a:r>
              <a:rPr lang="fr-FR" sz="2800" dirty="0" err="1"/>
              <a:t>Lowatem</a:t>
            </a:r>
            <a:endParaRPr lang="fr-FR" sz="2800" dirty="0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837588"/>
              </p:ext>
            </p:extLst>
          </p:nvPr>
        </p:nvGraphicFramePr>
        <p:xfrm>
          <a:off x="-2" y="523220"/>
          <a:ext cx="12192000" cy="633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97896233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138142807"/>
                    </a:ext>
                  </a:extLst>
                </a:gridCol>
              </a:tblGrid>
              <a:tr h="316739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Cahier des charges</a:t>
                      </a:r>
                    </a:p>
                    <a:p>
                      <a:pPr algn="l"/>
                      <a:endParaRPr lang="fr-FR" dirty="0"/>
                    </a:p>
                    <a:p>
                      <a:pPr algn="ctr"/>
                      <a:r>
                        <a:rPr lang="fr-FR" sz="1600" dirty="0"/>
                        <a:t>Pour</a:t>
                      </a:r>
                      <a:r>
                        <a:rPr lang="fr-FR" sz="1600" baseline="0" dirty="0"/>
                        <a:t> ce projet, dans la première partie, nous avons dû coder les règles/niveaux qui nous ont été donnés (14 règles/niveaux).</a:t>
                      </a:r>
                    </a:p>
                    <a:p>
                      <a:pPr algn="ctr"/>
                      <a:r>
                        <a:rPr lang="fr-FR" sz="1600" baseline="0" dirty="0"/>
                        <a:t>Et dans la seconde partie, la création d’une IA nous a été demandés.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Livrable</a:t>
                      </a:r>
                    </a:p>
                    <a:p>
                      <a:pPr algn="ctr"/>
                      <a:endParaRPr lang="fr-FR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097869"/>
                  </a:ext>
                </a:extLst>
              </a:tr>
              <a:tr h="3167390"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Méthodes</a:t>
                      </a:r>
                      <a:r>
                        <a:rPr lang="fr-FR" sz="2400" b="1" baseline="0" dirty="0">
                          <a:solidFill>
                            <a:schemeClr val="tx1"/>
                          </a:solidFill>
                        </a:rPr>
                        <a:t> / Technologies</a:t>
                      </a:r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Dans ce projet, nous avons</a:t>
                      </a:r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 utilisé le logiciel de développement : Apache </a:t>
                      </a:r>
                      <a:r>
                        <a:rPr lang="fr-FR" sz="1600" b="1" baseline="0" dirty="0" err="1">
                          <a:solidFill>
                            <a:schemeClr val="tx1"/>
                          </a:solidFill>
                        </a:rPr>
                        <a:t>NETBeans</a:t>
                      </a:r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Le langage de programmation utilisé est Java.</a:t>
                      </a:r>
                      <a:endParaRPr lang="fr-F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Compétences développées</a:t>
                      </a:r>
                    </a:p>
                    <a:p>
                      <a:pPr algn="ctr"/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Grâce à ce projet, j’ai pu apprendre comment rédiger des tests unitaires et comment utiliser précisément des classes d’un </a:t>
                      </a:r>
                      <a:r>
                        <a:rPr lang="fr-FR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même paquet.</a:t>
                      </a:r>
                      <a:endParaRPr lang="fr-F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46369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3AC1549A-FB0E-4FF0-8F81-0EB6C1C1A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752" y="1046440"/>
            <a:ext cx="3654671" cy="231511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62FD715-F679-4E81-B513-8F046FD8A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042" y="5195975"/>
            <a:ext cx="1602297" cy="160229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6F1853B-8FDE-458A-B97A-6A049DAB51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329" y="5289909"/>
            <a:ext cx="1226383" cy="141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49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élest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916_TF89606788.potx" id="{DABC439B-3F68-40AC-906F-EFE87523EA25}" vid="{F16CEFB9-9774-42FE-9273-9D0D1275AEA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57094B-4684-420B-AFE0-4E41CA2AF7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6D5668-1971-40BB-BC7C-94C9B101AAB7}">
  <ds:schemaRefs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16c05727-aa75-4e4a-9b5f-8a80a1165891"/>
    <ds:schemaRef ds:uri="http://purl.org/dc/dcmitype/"/>
    <ds:schemaRef ds:uri="http://schemas.microsoft.com/office/infopath/2007/PartnerControls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370F4A1-FC59-4361-989F-6C79533DA5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Céleste</Template>
  <TotalTime>0</TotalTime>
  <Words>101</Words>
  <Application>Microsoft Office PowerPoint</Application>
  <PresentationFormat>Grand écran</PresentationFormat>
  <Paragraphs>14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Céleste</vt:lpstr>
      <vt:lpstr>Présentation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2022-03-18T14:10:35Z</dcterms:created>
  <dcterms:modified xsi:type="dcterms:W3CDTF">2022-04-14T18:48:02Z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