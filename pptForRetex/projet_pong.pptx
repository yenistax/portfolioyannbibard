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6"/>
  </p:notesMasterIdLst>
  <p:handoutMasterIdLst>
    <p:handoutMasterId r:id="rId7"/>
  </p:handoutMasterIdLst>
  <p:sldIdLst>
    <p:sldId id="278" r:id="rId5"/>
  </p:sldIdLst>
  <p:sldSz cx="12192000" cy="6858000"/>
  <p:notesSz cx="6881813" cy="10002838"/>
  <p:defaultTextStyle>
    <a:defPPr rtl="0">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7" d="100"/>
          <a:sy n="87" d="100"/>
        </p:scale>
        <p:origin x="480" y="62"/>
      </p:cViewPr>
      <p:guideLst/>
    </p:cSldViewPr>
  </p:slideViewPr>
  <p:notesTextViewPr>
    <p:cViewPr>
      <p:scale>
        <a:sx n="1" d="1"/>
        <a:sy n="1" d="1"/>
      </p:scale>
      <p:origin x="0" y="0"/>
    </p:cViewPr>
  </p:notesTextViewPr>
  <p:notesViewPr>
    <p:cSldViewPr snapToGrid="0">
      <p:cViewPr varScale="1">
        <p:scale>
          <a:sx n="85" d="100"/>
          <a:sy n="85" d="100"/>
        </p:scale>
        <p:origin x="385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82119" cy="501879"/>
          </a:xfrm>
          <a:prstGeom prst="rect">
            <a:avLst/>
          </a:prstGeom>
        </p:spPr>
        <p:txBody>
          <a:bodyPr vert="horz" lIns="96478" tIns="48239" rIns="96478" bIns="48239" rtlCol="0"/>
          <a:lstStyle>
            <a:lvl1pPr algn="l">
              <a:defRPr sz="1300"/>
            </a:lvl1pPr>
          </a:lstStyle>
          <a:p>
            <a:pPr rtl="0"/>
            <a:endParaRPr lang="fr-FR"/>
          </a:p>
        </p:txBody>
      </p:sp>
      <p:sp>
        <p:nvSpPr>
          <p:cNvPr id="3" name="Espace réservé de la date 2"/>
          <p:cNvSpPr>
            <a:spLocks noGrp="1"/>
          </p:cNvSpPr>
          <p:nvPr>
            <p:ph type="dt" sz="quarter" idx="1"/>
          </p:nvPr>
        </p:nvSpPr>
        <p:spPr>
          <a:xfrm>
            <a:off x="3898102" y="0"/>
            <a:ext cx="2982119" cy="501879"/>
          </a:xfrm>
          <a:prstGeom prst="rect">
            <a:avLst/>
          </a:prstGeom>
        </p:spPr>
        <p:txBody>
          <a:bodyPr vert="horz" lIns="96478" tIns="48239" rIns="96478" bIns="48239" rtlCol="0"/>
          <a:lstStyle>
            <a:lvl1pPr algn="r">
              <a:defRPr sz="1300"/>
            </a:lvl1pPr>
          </a:lstStyle>
          <a:p>
            <a:pPr rtl="0"/>
            <a:fld id="{BF6B8722-3D8D-4140-BD4A-9E2830E55B45}" type="datetime1">
              <a:rPr lang="fr-FR" smtClean="0"/>
              <a:t>14/04/2022</a:t>
            </a:fld>
            <a:endParaRPr lang="fr-FR"/>
          </a:p>
        </p:txBody>
      </p:sp>
      <p:sp>
        <p:nvSpPr>
          <p:cNvPr id="4" name="Espace réservé du pied de page 3"/>
          <p:cNvSpPr>
            <a:spLocks noGrp="1"/>
          </p:cNvSpPr>
          <p:nvPr>
            <p:ph type="ftr" sz="quarter" idx="2"/>
          </p:nvPr>
        </p:nvSpPr>
        <p:spPr>
          <a:xfrm>
            <a:off x="0" y="9500961"/>
            <a:ext cx="2982119" cy="501878"/>
          </a:xfrm>
          <a:prstGeom prst="rect">
            <a:avLst/>
          </a:prstGeom>
        </p:spPr>
        <p:txBody>
          <a:bodyPr vert="horz" lIns="96478" tIns="48239" rIns="96478" bIns="48239" rtlCol="0" anchor="b"/>
          <a:lstStyle>
            <a:lvl1pPr algn="l">
              <a:defRPr sz="1300"/>
            </a:lvl1pPr>
          </a:lstStyle>
          <a:p>
            <a:pPr rtl="0"/>
            <a:endParaRPr lang="fr-FR"/>
          </a:p>
        </p:txBody>
      </p:sp>
      <p:sp>
        <p:nvSpPr>
          <p:cNvPr id="5" name="Espace réservé du numéro de diapositive 4"/>
          <p:cNvSpPr>
            <a:spLocks noGrp="1"/>
          </p:cNvSpPr>
          <p:nvPr>
            <p:ph type="sldNum" sz="quarter" idx="3"/>
          </p:nvPr>
        </p:nvSpPr>
        <p:spPr>
          <a:xfrm>
            <a:off x="3898102" y="9500961"/>
            <a:ext cx="2982119" cy="501878"/>
          </a:xfrm>
          <a:prstGeom prst="rect">
            <a:avLst/>
          </a:prstGeom>
        </p:spPr>
        <p:txBody>
          <a:bodyPr vert="horz" lIns="96478" tIns="48239" rIns="96478" bIns="48239" rtlCol="0" anchor="b"/>
          <a:lstStyle>
            <a:lvl1pPr algn="r">
              <a:defRPr sz="1300"/>
            </a:lvl1pPr>
          </a:lstStyle>
          <a:p>
            <a:pPr rtl="0"/>
            <a:fld id="{1B143E41-8FAC-495B-8904-B43B013F90A3}" type="slidenum">
              <a:rPr lang="fr-FR" smtClean="0"/>
              <a:t>‹N°›</a:t>
            </a:fld>
            <a:endParaRPr lang="fr-FR"/>
          </a:p>
        </p:txBody>
      </p:sp>
    </p:spTree>
    <p:extLst>
      <p:ext uri="{BB962C8B-B14F-4D97-AF65-F5344CB8AC3E}">
        <p14:creationId xmlns:p14="http://schemas.microsoft.com/office/powerpoint/2010/main" val="169130479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82119" cy="501879"/>
          </a:xfrm>
          <a:prstGeom prst="rect">
            <a:avLst/>
          </a:prstGeom>
        </p:spPr>
        <p:txBody>
          <a:bodyPr vert="horz" lIns="96478" tIns="48239" rIns="96478" bIns="48239" rtlCol="0"/>
          <a:lstStyle>
            <a:lvl1pPr algn="l">
              <a:defRPr sz="1300"/>
            </a:lvl1pPr>
          </a:lstStyle>
          <a:p>
            <a:pPr rtl="0"/>
            <a:endParaRPr lang="fr-FR" noProof="0"/>
          </a:p>
        </p:txBody>
      </p:sp>
      <p:sp>
        <p:nvSpPr>
          <p:cNvPr id="3" name="Espace réservé de la date 2"/>
          <p:cNvSpPr>
            <a:spLocks noGrp="1"/>
          </p:cNvSpPr>
          <p:nvPr>
            <p:ph type="dt" idx="1"/>
          </p:nvPr>
        </p:nvSpPr>
        <p:spPr>
          <a:xfrm>
            <a:off x="3898102" y="0"/>
            <a:ext cx="2982119" cy="501879"/>
          </a:xfrm>
          <a:prstGeom prst="rect">
            <a:avLst/>
          </a:prstGeom>
        </p:spPr>
        <p:txBody>
          <a:bodyPr vert="horz" lIns="96478" tIns="48239" rIns="96478" bIns="48239" rtlCol="0"/>
          <a:lstStyle>
            <a:lvl1pPr algn="r">
              <a:defRPr sz="1300"/>
            </a:lvl1pPr>
          </a:lstStyle>
          <a:p>
            <a:pPr rtl="0"/>
            <a:fld id="{3A2DA1E0-F845-4FB2-9D01-CD4EEE454EAC}" type="datetime1">
              <a:rPr lang="fr-FR" noProof="0" smtClean="0"/>
              <a:t>14/04/2022</a:t>
            </a:fld>
            <a:endParaRPr lang="fr-FR" noProof="0"/>
          </a:p>
        </p:txBody>
      </p:sp>
      <p:sp>
        <p:nvSpPr>
          <p:cNvPr id="4" name="Espace réservé de l’image des diapositives 3"/>
          <p:cNvSpPr>
            <a:spLocks noGrp="1" noRot="1" noChangeAspect="1"/>
          </p:cNvSpPr>
          <p:nvPr>
            <p:ph type="sldImg" idx="2"/>
          </p:nvPr>
        </p:nvSpPr>
        <p:spPr>
          <a:xfrm>
            <a:off x="442913" y="1250950"/>
            <a:ext cx="5997575" cy="3375025"/>
          </a:xfrm>
          <a:prstGeom prst="rect">
            <a:avLst/>
          </a:prstGeom>
          <a:noFill/>
          <a:ln w="12700">
            <a:solidFill>
              <a:prstClr val="black"/>
            </a:solidFill>
          </a:ln>
        </p:spPr>
        <p:txBody>
          <a:bodyPr vert="horz" lIns="96478" tIns="48239" rIns="96478" bIns="48239" rtlCol="0" anchor="ctr"/>
          <a:lstStyle/>
          <a:p>
            <a:pPr rtl="0"/>
            <a:endParaRPr lang="fr-FR" noProof="0"/>
          </a:p>
        </p:txBody>
      </p:sp>
      <p:sp>
        <p:nvSpPr>
          <p:cNvPr id="5" name="Espace réservé des commentaires 4"/>
          <p:cNvSpPr>
            <a:spLocks noGrp="1"/>
          </p:cNvSpPr>
          <p:nvPr>
            <p:ph type="body" sz="quarter" idx="3"/>
          </p:nvPr>
        </p:nvSpPr>
        <p:spPr>
          <a:xfrm>
            <a:off x="688182" y="4813866"/>
            <a:ext cx="5505450" cy="3938617"/>
          </a:xfrm>
          <a:prstGeom prst="rect">
            <a:avLst/>
          </a:prstGeom>
        </p:spPr>
        <p:txBody>
          <a:bodyPr vert="horz" lIns="96478" tIns="48239" rIns="96478" bIns="48239"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9500961"/>
            <a:ext cx="2982119" cy="501878"/>
          </a:xfrm>
          <a:prstGeom prst="rect">
            <a:avLst/>
          </a:prstGeom>
        </p:spPr>
        <p:txBody>
          <a:bodyPr vert="horz" lIns="96478" tIns="48239" rIns="96478" bIns="48239" rtlCol="0" anchor="b"/>
          <a:lstStyle>
            <a:lvl1pPr algn="l">
              <a:defRPr sz="1300"/>
            </a:lvl1pPr>
          </a:lstStyle>
          <a:p>
            <a:pPr rtl="0"/>
            <a:endParaRPr lang="fr-FR" noProof="0"/>
          </a:p>
        </p:txBody>
      </p:sp>
      <p:sp>
        <p:nvSpPr>
          <p:cNvPr id="7" name="Espace réservé du numéro de diapositive 6"/>
          <p:cNvSpPr>
            <a:spLocks noGrp="1"/>
          </p:cNvSpPr>
          <p:nvPr>
            <p:ph type="sldNum" sz="quarter" idx="5"/>
          </p:nvPr>
        </p:nvSpPr>
        <p:spPr>
          <a:xfrm>
            <a:off x="3898102" y="9500961"/>
            <a:ext cx="2982119" cy="501878"/>
          </a:xfrm>
          <a:prstGeom prst="rect">
            <a:avLst/>
          </a:prstGeom>
        </p:spPr>
        <p:txBody>
          <a:bodyPr vert="horz" lIns="96478" tIns="48239" rIns="96478" bIns="48239" rtlCol="0" anchor="b"/>
          <a:lstStyle>
            <a:lvl1pPr algn="r">
              <a:defRPr sz="1300"/>
            </a:lvl1pPr>
          </a:lstStyle>
          <a:p>
            <a:pPr rtl="0"/>
            <a:fld id="{9946CEE3-4835-4F73-BA0B-02C09C038718}" type="slidenum">
              <a:rPr lang="fr-FR" noProof="0" smtClean="0"/>
              <a:t>‹N°›</a:t>
            </a:fld>
            <a:endParaRPr lang="fr-FR" noProof="0"/>
          </a:p>
        </p:txBody>
      </p:sp>
    </p:spTree>
    <p:extLst>
      <p:ext uri="{BB962C8B-B14F-4D97-AF65-F5344CB8AC3E}">
        <p14:creationId xmlns:p14="http://schemas.microsoft.com/office/powerpoint/2010/main" val="35790889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10"/>
          </p:nvPr>
        </p:nvSpPr>
        <p:spPr/>
        <p:txBody>
          <a:bodyPr rtlCol="0"/>
          <a:lstStyle/>
          <a:p>
            <a:pPr rtl="0"/>
            <a:fld id="{9946CEE3-4835-4F73-BA0B-02C09C038718}" type="slidenum">
              <a:rPr lang="fr-FR" smtClean="0"/>
              <a:t>1</a:t>
            </a:fld>
            <a:endParaRPr lang="fr-FR"/>
          </a:p>
        </p:txBody>
      </p:sp>
    </p:spTree>
    <p:extLst>
      <p:ext uri="{BB962C8B-B14F-4D97-AF65-F5344CB8AC3E}">
        <p14:creationId xmlns:p14="http://schemas.microsoft.com/office/powerpoint/2010/main" val="32506343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Ref idx="1003">
        <a:schemeClr val="bg2"/>
      </p:bgRef>
    </p:bg>
    <p:spTree>
      <p:nvGrpSpPr>
        <p:cNvPr id="1" name=""/>
        <p:cNvGrpSpPr/>
        <p:nvPr/>
      </p:nvGrpSpPr>
      <p:grpSpPr>
        <a:xfrm>
          <a:off x="0" y="0"/>
          <a:ext cx="0" cy="0"/>
          <a:chOff x="0" y="0"/>
          <a:chExt cx="0" cy="0"/>
        </a:xfrm>
      </p:grpSpPr>
      <p:pic>
        <p:nvPicPr>
          <p:cNvPr id="7" name="Imag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re 1"/>
          <p:cNvSpPr>
            <a:spLocks noGrp="1"/>
          </p:cNvSpPr>
          <p:nvPr>
            <p:ph type="ctrTitle"/>
          </p:nvPr>
        </p:nvSpPr>
        <p:spPr>
          <a:xfrm>
            <a:off x="3962399" y="1964267"/>
            <a:ext cx="7197726" cy="2421464"/>
          </a:xfrm>
        </p:spPr>
        <p:txBody>
          <a:bodyPr rtlCol="0" anchor="b">
            <a:normAutofit/>
          </a:bodyPr>
          <a:lstStyle>
            <a:lvl1pPr algn="r">
              <a:defRPr sz="4800">
                <a:effectLst/>
              </a:defRPr>
            </a:lvl1pPr>
          </a:lstStyle>
          <a:p>
            <a:pPr rtl="0"/>
            <a:r>
              <a:rPr lang="fr-FR" noProof="0"/>
              <a:t>Modifiez le style du titre</a:t>
            </a:r>
          </a:p>
        </p:txBody>
      </p:sp>
      <p:sp>
        <p:nvSpPr>
          <p:cNvPr id="3" name="Sous-titre 2"/>
          <p:cNvSpPr>
            <a:spLocks noGrp="1"/>
          </p:cNvSpPr>
          <p:nvPr>
            <p:ph type="subTitle" idx="1"/>
          </p:nvPr>
        </p:nvSpPr>
        <p:spPr>
          <a:xfrm>
            <a:off x="3962399" y="4385732"/>
            <a:ext cx="7197726" cy="1405467"/>
          </a:xfrm>
        </p:spPr>
        <p:txBody>
          <a:bodyPr rtlCol="0"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fr-FR" noProof="0"/>
              <a:t>Modifier le style des sous-titres du masque</a:t>
            </a:r>
          </a:p>
        </p:txBody>
      </p:sp>
      <p:sp>
        <p:nvSpPr>
          <p:cNvPr id="4" name="Espace réservé de la date 3"/>
          <p:cNvSpPr>
            <a:spLocks noGrp="1"/>
          </p:cNvSpPr>
          <p:nvPr>
            <p:ph type="dt" sz="half" idx="10"/>
          </p:nvPr>
        </p:nvSpPr>
        <p:spPr>
          <a:xfrm>
            <a:off x="8932558" y="5870575"/>
            <a:ext cx="1600200" cy="377825"/>
          </a:xfrm>
        </p:spPr>
        <p:txBody>
          <a:bodyPr rtlCol="0"/>
          <a:lstStyle/>
          <a:p>
            <a:pPr rtl="0"/>
            <a:fld id="{F46AECB6-BB6C-4A03-934E-5844294CD0BE}" type="datetime1">
              <a:rPr lang="fr-FR" noProof="0" smtClean="0"/>
              <a:t>14/04/2022</a:t>
            </a:fld>
            <a:endParaRPr lang="fr-FR" noProof="0"/>
          </a:p>
        </p:txBody>
      </p:sp>
      <p:sp>
        <p:nvSpPr>
          <p:cNvPr id="5" name="Espace réservé du pied de page 4"/>
          <p:cNvSpPr>
            <a:spLocks noGrp="1"/>
          </p:cNvSpPr>
          <p:nvPr>
            <p:ph type="ftr" sz="quarter" idx="11"/>
          </p:nvPr>
        </p:nvSpPr>
        <p:spPr>
          <a:xfrm>
            <a:off x="3962399" y="5870575"/>
            <a:ext cx="4893958" cy="377825"/>
          </a:xfrm>
        </p:spPr>
        <p:txBody>
          <a:bodyPr rtlCol="0"/>
          <a:lstStyle/>
          <a:p>
            <a:pPr rtl="0"/>
            <a:endParaRPr lang="fr-FR" noProof="0"/>
          </a:p>
        </p:txBody>
      </p:sp>
      <p:sp>
        <p:nvSpPr>
          <p:cNvPr id="6" name="Espace réservé du numéro de diapositive 5"/>
          <p:cNvSpPr>
            <a:spLocks noGrp="1"/>
          </p:cNvSpPr>
          <p:nvPr>
            <p:ph type="sldNum" sz="quarter" idx="12"/>
          </p:nvPr>
        </p:nvSpPr>
        <p:spPr>
          <a:xfrm>
            <a:off x="10608958" y="5870575"/>
            <a:ext cx="551167" cy="377825"/>
          </a:xfrm>
        </p:spPr>
        <p:txBody>
          <a:bodyPr rtlCol="0"/>
          <a:lstStyle/>
          <a:p>
            <a:pPr rtl="0"/>
            <a:fld id="{D57F1E4F-1CFF-5643-939E-217C01CDF565}" type="slidenum">
              <a:rPr lang="fr-FR" noProof="0" smtClean="0"/>
              <a:pPr rtl="0"/>
              <a:t>‹N°›</a:t>
            </a:fld>
            <a:endParaRPr lang="fr-FR" noProof="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pic>
        <p:nvPicPr>
          <p:cNvPr id="7" name="Imag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re 1"/>
          <p:cNvSpPr>
            <a:spLocks noGrp="1"/>
          </p:cNvSpPr>
          <p:nvPr>
            <p:ph type="title"/>
          </p:nvPr>
        </p:nvSpPr>
        <p:spPr/>
        <p:txBody>
          <a:bodyPr rtlCol="0"/>
          <a:lstStyle/>
          <a:p>
            <a:pPr rtl="0"/>
            <a:r>
              <a:rPr lang="fr-FR" noProof="0"/>
              <a:t>Modifiez le style du titre</a:t>
            </a:r>
          </a:p>
        </p:txBody>
      </p:sp>
      <p:sp>
        <p:nvSpPr>
          <p:cNvPr id="3" name="Espace réservé du contenu 2"/>
          <p:cNvSpPr>
            <a:spLocks noGrp="1"/>
          </p:cNvSpPr>
          <p:nvPr>
            <p:ph idx="1" hasCustomPrompt="1"/>
          </p:nvPr>
        </p:nvSpPr>
        <p:spPr/>
        <p:txBody>
          <a:bodyPr rtlCol="0" anchor="ct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4739643A-0C43-4C0E-A5B9-B840360A8BE9}" type="datetime1">
              <a:rPr lang="fr-FR" noProof="0" smtClean="0"/>
              <a:t>14/04/2022</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pic>
        <p:nvPicPr>
          <p:cNvPr id="7" name="Imag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re 1"/>
          <p:cNvSpPr>
            <a:spLocks noGrp="1"/>
          </p:cNvSpPr>
          <p:nvPr>
            <p:ph type="title"/>
          </p:nvPr>
        </p:nvSpPr>
        <p:spPr>
          <a:xfrm>
            <a:off x="685800" y="3308581"/>
            <a:ext cx="10131427" cy="1468800"/>
          </a:xfrm>
        </p:spPr>
        <p:txBody>
          <a:bodyPr rtlCol="0" anchor="b"/>
          <a:lstStyle>
            <a:lvl1pPr algn="l">
              <a:defRPr sz="4000" b="0" cap="all"/>
            </a:lvl1pPr>
          </a:lstStyle>
          <a:p>
            <a:pPr rtl="0"/>
            <a:r>
              <a:rPr lang="fr-FR" noProof="0"/>
              <a:t>Modifiez le style du titre</a:t>
            </a:r>
          </a:p>
        </p:txBody>
      </p:sp>
      <p:sp>
        <p:nvSpPr>
          <p:cNvPr id="3" name="Espace réservé du texte 2"/>
          <p:cNvSpPr>
            <a:spLocks noGrp="1"/>
          </p:cNvSpPr>
          <p:nvPr>
            <p:ph type="body" idx="1" hasCustomPrompt="1"/>
          </p:nvPr>
        </p:nvSpPr>
        <p:spPr>
          <a:xfrm>
            <a:off x="685799" y="4777381"/>
            <a:ext cx="10131428" cy="860400"/>
          </a:xfrm>
        </p:spPr>
        <p:txBody>
          <a:bodyPr rtlCol="0"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fr-FR" noProof="0"/>
              <a:t>Modifiez les styles du texte du masque</a:t>
            </a:r>
          </a:p>
        </p:txBody>
      </p:sp>
      <p:sp>
        <p:nvSpPr>
          <p:cNvPr id="4" name="Espace réservé de la date 3"/>
          <p:cNvSpPr>
            <a:spLocks noGrp="1"/>
          </p:cNvSpPr>
          <p:nvPr>
            <p:ph type="dt" sz="half" idx="10"/>
          </p:nvPr>
        </p:nvSpPr>
        <p:spPr/>
        <p:txBody>
          <a:bodyPr rtlCol="0"/>
          <a:lstStyle/>
          <a:p>
            <a:pPr rtl="0"/>
            <a:fld id="{B93C3577-126F-4F26-94F0-CB2AEE7220E0}" type="datetime1">
              <a:rPr lang="fr-FR" noProof="0" smtClean="0"/>
              <a:t>14/04/2022</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pic>
        <p:nvPicPr>
          <p:cNvPr id="8" name="Imag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re 1"/>
          <p:cNvSpPr>
            <a:spLocks noGrp="1"/>
          </p:cNvSpPr>
          <p:nvPr>
            <p:ph type="title"/>
          </p:nvPr>
        </p:nvSpPr>
        <p:spPr/>
        <p:txBody>
          <a:bodyPr rtlCol="0"/>
          <a:lstStyle/>
          <a:p>
            <a:pPr rtl="0"/>
            <a:r>
              <a:rPr lang="fr-FR" noProof="0"/>
              <a:t>Modifiez le style du titre</a:t>
            </a:r>
          </a:p>
        </p:txBody>
      </p:sp>
      <p:sp>
        <p:nvSpPr>
          <p:cNvPr id="3" name="Espace réservé du contenu 2"/>
          <p:cNvSpPr>
            <a:spLocks noGrp="1"/>
          </p:cNvSpPr>
          <p:nvPr>
            <p:ph sz="half" idx="1" hasCustomPrompt="1"/>
          </p:nvPr>
        </p:nvSpPr>
        <p:spPr>
          <a:xfrm>
            <a:off x="685802" y="2142067"/>
            <a:ext cx="4995334" cy="3649134"/>
          </a:xfrm>
        </p:spPr>
        <p:txBody>
          <a:bodyPr rtlCol="0">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contenu 3"/>
          <p:cNvSpPr>
            <a:spLocks noGrp="1"/>
          </p:cNvSpPr>
          <p:nvPr>
            <p:ph sz="half" idx="2" hasCustomPrompt="1"/>
          </p:nvPr>
        </p:nvSpPr>
        <p:spPr>
          <a:xfrm>
            <a:off x="5821895" y="2142067"/>
            <a:ext cx="4995332" cy="3649133"/>
          </a:xfrm>
        </p:spPr>
        <p:txBody>
          <a:bodyPr rtlCol="0">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e la date 4"/>
          <p:cNvSpPr>
            <a:spLocks noGrp="1"/>
          </p:cNvSpPr>
          <p:nvPr>
            <p:ph type="dt" sz="half" idx="10"/>
          </p:nvPr>
        </p:nvSpPr>
        <p:spPr/>
        <p:txBody>
          <a:bodyPr rtlCol="0"/>
          <a:lstStyle/>
          <a:p>
            <a:pPr rtl="0"/>
            <a:fld id="{3EEFB0E9-F83F-4B24-B694-B6214346C648}" type="datetime1">
              <a:rPr lang="fr-FR" noProof="0" smtClean="0"/>
              <a:t>14/04/2022</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lvl1pPr>
              <a:defRPr/>
            </a:lvl1pPr>
          </a:lstStyle>
          <a:p>
            <a:pPr rtl="0"/>
            <a:r>
              <a:rPr lang="fr-FR" noProof="0"/>
              <a:t>Modifiez le style du titre</a:t>
            </a:r>
          </a:p>
        </p:txBody>
      </p:sp>
      <p:sp>
        <p:nvSpPr>
          <p:cNvPr id="3" name="Espace réservé du texte 2"/>
          <p:cNvSpPr>
            <a:spLocks noGrp="1"/>
          </p:cNvSpPr>
          <p:nvPr>
            <p:ph type="body" idx="1" hasCustomPrompt="1"/>
          </p:nvPr>
        </p:nvSpPr>
        <p:spPr>
          <a:xfrm>
            <a:off x="973670" y="2218267"/>
            <a:ext cx="4709054" cy="576262"/>
          </a:xfrm>
        </p:spPr>
        <p:txBody>
          <a:bodyPr rtlCol="0"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dirty="0"/>
              <a:t>Modifiez les styles du texte du masque</a:t>
            </a:r>
          </a:p>
        </p:txBody>
      </p:sp>
      <p:sp>
        <p:nvSpPr>
          <p:cNvPr id="4" name="Espace réservé du contenu 3"/>
          <p:cNvSpPr>
            <a:spLocks noGrp="1"/>
          </p:cNvSpPr>
          <p:nvPr>
            <p:ph sz="half" idx="2" hasCustomPrompt="1"/>
          </p:nvPr>
        </p:nvSpPr>
        <p:spPr>
          <a:xfrm>
            <a:off x="685801" y="2870201"/>
            <a:ext cx="4996923" cy="2920998"/>
          </a:xfrm>
        </p:spPr>
        <p:txBody>
          <a:bodyPr rtlCol="0" anchor="t">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texte 4"/>
          <p:cNvSpPr>
            <a:spLocks noGrp="1"/>
          </p:cNvSpPr>
          <p:nvPr>
            <p:ph type="body" sz="quarter" idx="3" hasCustomPrompt="1"/>
          </p:nvPr>
        </p:nvSpPr>
        <p:spPr>
          <a:xfrm>
            <a:off x="6096003" y="2226734"/>
            <a:ext cx="4722813" cy="576262"/>
          </a:xfrm>
        </p:spPr>
        <p:txBody>
          <a:bodyPr rtlCol="0"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dirty="0"/>
              <a:t>Modifiez les styles du texte du masque</a:t>
            </a:r>
          </a:p>
        </p:txBody>
      </p:sp>
      <p:sp>
        <p:nvSpPr>
          <p:cNvPr id="6" name="Espace réservé du contenu 5"/>
          <p:cNvSpPr>
            <a:spLocks noGrp="1"/>
          </p:cNvSpPr>
          <p:nvPr>
            <p:ph sz="quarter" idx="4" hasCustomPrompt="1"/>
          </p:nvPr>
        </p:nvSpPr>
        <p:spPr>
          <a:xfrm>
            <a:off x="5823483" y="2870201"/>
            <a:ext cx="4995334" cy="2920998"/>
          </a:xfrm>
        </p:spPr>
        <p:txBody>
          <a:bodyPr rtlCol="0" anchor="t">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7" name="Espace réservé de la date 6"/>
          <p:cNvSpPr>
            <a:spLocks noGrp="1"/>
          </p:cNvSpPr>
          <p:nvPr>
            <p:ph type="dt" sz="half" idx="10"/>
          </p:nvPr>
        </p:nvSpPr>
        <p:spPr/>
        <p:txBody>
          <a:bodyPr rtlCol="0"/>
          <a:lstStyle/>
          <a:p>
            <a:pPr rtl="0"/>
            <a:fld id="{57A97927-232D-4E80-8F84-5BED76402F6C}" type="datetime1">
              <a:rPr lang="fr-FR" noProof="0" smtClean="0"/>
              <a:t>14/04/2022</a:t>
            </a:fld>
            <a:endParaRPr lang="fr-FR" noProof="0"/>
          </a:p>
        </p:txBody>
      </p:sp>
      <p:sp>
        <p:nvSpPr>
          <p:cNvPr id="8" name="Espace réservé du pied de page 7"/>
          <p:cNvSpPr>
            <a:spLocks noGrp="1"/>
          </p:cNvSpPr>
          <p:nvPr>
            <p:ph type="ftr" sz="quarter" idx="11"/>
          </p:nvPr>
        </p:nvSpPr>
        <p:spPr/>
        <p:txBody>
          <a:bodyPr rtlCol="0"/>
          <a:lstStyle/>
          <a:p>
            <a:pPr rtl="0"/>
            <a:endParaRPr lang="fr-FR" noProof="0"/>
          </a:p>
        </p:txBody>
      </p:sp>
      <p:sp>
        <p:nvSpPr>
          <p:cNvPr id="9" name="Espace réservé du numéro de diapositive 8"/>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pic>
        <p:nvPicPr>
          <p:cNvPr id="6" name="Imag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re 1"/>
          <p:cNvSpPr>
            <a:spLocks noGrp="1"/>
          </p:cNvSpPr>
          <p:nvPr>
            <p:ph type="title"/>
          </p:nvPr>
        </p:nvSpPr>
        <p:spPr/>
        <p:txBody>
          <a:bodyPr rtlCol="0"/>
          <a:lstStyle/>
          <a:p>
            <a:pPr rtl="0"/>
            <a:r>
              <a:rPr lang="fr-FR" noProof="0"/>
              <a:t>Modifiez le style du titre</a:t>
            </a:r>
          </a:p>
        </p:txBody>
      </p:sp>
      <p:sp>
        <p:nvSpPr>
          <p:cNvPr id="3" name="Espace réservé de la date 2"/>
          <p:cNvSpPr>
            <a:spLocks noGrp="1"/>
          </p:cNvSpPr>
          <p:nvPr>
            <p:ph type="dt" sz="half" idx="10"/>
          </p:nvPr>
        </p:nvSpPr>
        <p:spPr/>
        <p:txBody>
          <a:bodyPr rtlCol="0"/>
          <a:lstStyle/>
          <a:p>
            <a:pPr rtl="0"/>
            <a:fld id="{B1251033-F66D-4DDD-AC92-80CD89B331B0}" type="datetime1">
              <a:rPr lang="fr-FR" noProof="0" smtClean="0"/>
              <a:t>14/04/2022</a:t>
            </a:fld>
            <a:endParaRPr lang="fr-FR" noProof="0"/>
          </a:p>
        </p:txBody>
      </p:sp>
      <p:sp>
        <p:nvSpPr>
          <p:cNvPr id="4" name="Espace réservé du pied de page 3"/>
          <p:cNvSpPr>
            <a:spLocks noGrp="1"/>
          </p:cNvSpPr>
          <p:nvPr>
            <p:ph type="ftr" sz="quarter" idx="11"/>
          </p:nvPr>
        </p:nvSpPr>
        <p:spPr/>
        <p:txBody>
          <a:bodyPr rtlCol="0"/>
          <a:lstStyle/>
          <a:p>
            <a:pPr rtl="0"/>
            <a:endParaRPr lang="fr-FR" noProof="0"/>
          </a:p>
        </p:txBody>
      </p:sp>
      <p:sp>
        <p:nvSpPr>
          <p:cNvPr id="5" name="Espace réservé du numéro de diapositive 4"/>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pic>
        <p:nvPicPr>
          <p:cNvPr id="5" name="Imag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Espace réservé de la date 1"/>
          <p:cNvSpPr>
            <a:spLocks noGrp="1"/>
          </p:cNvSpPr>
          <p:nvPr>
            <p:ph type="dt" sz="half" idx="10"/>
          </p:nvPr>
        </p:nvSpPr>
        <p:spPr/>
        <p:txBody>
          <a:bodyPr rtlCol="0"/>
          <a:lstStyle/>
          <a:p>
            <a:pPr rtl="0"/>
            <a:fld id="{87618C6B-E86E-4842-83C1-66CEB05CEF4C}" type="datetime1">
              <a:rPr lang="fr-FR" noProof="0" smtClean="0"/>
              <a:t>14/04/2022</a:t>
            </a:fld>
            <a:endParaRPr lang="fr-FR" noProof="0"/>
          </a:p>
        </p:txBody>
      </p:sp>
      <p:sp>
        <p:nvSpPr>
          <p:cNvPr id="3" name="Espace réservé du pied de page 2"/>
          <p:cNvSpPr>
            <a:spLocks noGrp="1"/>
          </p:cNvSpPr>
          <p:nvPr>
            <p:ph type="ftr" sz="quarter" idx="11"/>
          </p:nvPr>
        </p:nvSpPr>
        <p:spPr/>
        <p:txBody>
          <a:bodyPr rtlCol="0"/>
          <a:lstStyle/>
          <a:p>
            <a:pPr rtl="0"/>
            <a:endParaRPr lang="fr-FR" noProof="0"/>
          </a:p>
        </p:txBody>
      </p:sp>
      <p:sp>
        <p:nvSpPr>
          <p:cNvPr id="4" name="Espace réservé du numéro de diapositive 3"/>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pic>
        <p:nvPicPr>
          <p:cNvPr id="8" name="Imag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re 1"/>
          <p:cNvSpPr>
            <a:spLocks noGrp="1"/>
          </p:cNvSpPr>
          <p:nvPr>
            <p:ph type="title"/>
          </p:nvPr>
        </p:nvSpPr>
        <p:spPr>
          <a:xfrm>
            <a:off x="685800" y="2074333"/>
            <a:ext cx="3680885" cy="1371600"/>
          </a:xfrm>
        </p:spPr>
        <p:txBody>
          <a:bodyPr rtlCol="0" anchor="b">
            <a:normAutofit/>
          </a:bodyPr>
          <a:lstStyle>
            <a:lvl1pPr algn="l">
              <a:defRPr sz="2400" b="0"/>
            </a:lvl1pPr>
          </a:lstStyle>
          <a:p>
            <a:pPr rtl="0"/>
            <a:r>
              <a:rPr lang="fr-FR" noProof="0"/>
              <a:t>Modifiez le style du titre</a:t>
            </a:r>
          </a:p>
        </p:txBody>
      </p:sp>
      <p:sp>
        <p:nvSpPr>
          <p:cNvPr id="3" name="Espace réservé du contenu 2"/>
          <p:cNvSpPr>
            <a:spLocks noGrp="1"/>
          </p:cNvSpPr>
          <p:nvPr>
            <p:ph idx="1" hasCustomPrompt="1"/>
          </p:nvPr>
        </p:nvSpPr>
        <p:spPr>
          <a:xfrm>
            <a:off x="4648201" y="609601"/>
            <a:ext cx="6169026" cy="5181600"/>
          </a:xfrm>
        </p:spPr>
        <p:txBody>
          <a:bodyPr rtlCol="0" anchor="ctr">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texte 3"/>
          <p:cNvSpPr>
            <a:spLocks noGrp="1"/>
          </p:cNvSpPr>
          <p:nvPr>
            <p:ph type="body" sz="half" idx="2" hasCustomPrompt="1"/>
          </p:nvPr>
        </p:nvSpPr>
        <p:spPr>
          <a:xfrm>
            <a:off x="685800" y="3445933"/>
            <a:ext cx="3680885" cy="1828800"/>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a:t>Modifiez les styles du texte du masque</a:t>
            </a:r>
          </a:p>
        </p:txBody>
      </p:sp>
      <p:sp>
        <p:nvSpPr>
          <p:cNvPr id="5" name="Espace réservé de la date 4"/>
          <p:cNvSpPr>
            <a:spLocks noGrp="1"/>
          </p:cNvSpPr>
          <p:nvPr>
            <p:ph type="dt" sz="half" idx="10"/>
          </p:nvPr>
        </p:nvSpPr>
        <p:spPr/>
        <p:txBody>
          <a:bodyPr rtlCol="0"/>
          <a:lstStyle/>
          <a:p>
            <a:pPr rtl="0"/>
            <a:fld id="{E4CC3C82-B0A2-40BF-8669-C3625720EF0A}" type="datetime1">
              <a:rPr lang="fr-FR" noProof="0" smtClean="0"/>
              <a:t>14/04/2022</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pic>
        <p:nvPicPr>
          <p:cNvPr id="8" name="Imag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re 1"/>
          <p:cNvSpPr>
            <a:spLocks noGrp="1"/>
          </p:cNvSpPr>
          <p:nvPr>
            <p:ph type="title"/>
          </p:nvPr>
        </p:nvSpPr>
        <p:spPr>
          <a:xfrm>
            <a:off x="685800" y="1600200"/>
            <a:ext cx="6164653" cy="1371600"/>
          </a:xfrm>
        </p:spPr>
        <p:txBody>
          <a:bodyPr rtlCol="0" anchor="b">
            <a:normAutofit/>
          </a:bodyPr>
          <a:lstStyle>
            <a:lvl1pPr algn="l">
              <a:defRPr sz="2800" b="0"/>
            </a:lvl1pPr>
          </a:lstStyle>
          <a:p>
            <a:pPr rtl="0"/>
            <a:r>
              <a:rPr lang="fr-FR" noProof="0"/>
              <a:t>Modifiez le style du titre</a:t>
            </a:r>
          </a:p>
        </p:txBody>
      </p:sp>
      <p:sp>
        <p:nvSpPr>
          <p:cNvPr id="14" name="Espace réservé d’image 2"/>
          <p:cNvSpPr>
            <a:spLocks noGrp="1" noChangeAspect="1"/>
          </p:cNvSpPr>
          <p:nvPr>
            <p:ph type="pic" idx="1" hasCustomPrompt="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fr-FR" noProof="0"/>
              <a:t>Cliquez sur l’icône pour ajouter une image</a:t>
            </a:r>
          </a:p>
        </p:txBody>
      </p:sp>
      <p:sp>
        <p:nvSpPr>
          <p:cNvPr id="4" name="Espace réservé du texte 3"/>
          <p:cNvSpPr>
            <a:spLocks noGrp="1"/>
          </p:cNvSpPr>
          <p:nvPr>
            <p:ph type="body" sz="half" idx="2" hasCustomPrompt="1"/>
          </p:nvPr>
        </p:nvSpPr>
        <p:spPr>
          <a:xfrm>
            <a:off x="685800" y="2971800"/>
            <a:ext cx="6164653" cy="1828800"/>
          </a:xfrm>
        </p:spPr>
        <p:txBody>
          <a:bodyPr rtlCol="0"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dirty="0"/>
              <a:t>Modifiez les styles du texte du masque</a:t>
            </a:r>
          </a:p>
        </p:txBody>
      </p:sp>
      <p:sp>
        <p:nvSpPr>
          <p:cNvPr id="5" name="Espace réservé de la date 4"/>
          <p:cNvSpPr>
            <a:spLocks noGrp="1"/>
          </p:cNvSpPr>
          <p:nvPr>
            <p:ph type="dt" sz="half" idx="10"/>
          </p:nvPr>
        </p:nvSpPr>
        <p:spPr/>
        <p:txBody>
          <a:bodyPr rtlCol="0"/>
          <a:lstStyle/>
          <a:p>
            <a:pPr rtl="0"/>
            <a:fld id="{FBBD1A22-B2AE-4B8F-BB6F-F6D54E36CEE6}" type="datetime1">
              <a:rPr lang="fr-FR" noProof="0" smtClean="0"/>
              <a:t>14/04/2022</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pic>
        <p:nvPicPr>
          <p:cNvPr id="8" name="Imag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re 1"/>
          <p:cNvSpPr>
            <a:spLocks noGrp="1"/>
          </p:cNvSpPr>
          <p:nvPr>
            <p:ph type="title"/>
          </p:nvPr>
        </p:nvSpPr>
        <p:spPr>
          <a:xfrm>
            <a:off x="685800" y="4732865"/>
            <a:ext cx="10131427" cy="566738"/>
          </a:xfrm>
        </p:spPr>
        <p:txBody>
          <a:bodyPr rtlCol="0" anchor="b">
            <a:normAutofit/>
          </a:bodyPr>
          <a:lstStyle>
            <a:lvl1pPr algn="l">
              <a:defRPr sz="2400" b="0"/>
            </a:lvl1pPr>
          </a:lstStyle>
          <a:p>
            <a:pPr rtl="0"/>
            <a:r>
              <a:rPr lang="fr-FR" noProof="0"/>
              <a:t>Modifiez le style du titre</a:t>
            </a:r>
          </a:p>
        </p:txBody>
      </p:sp>
      <p:sp>
        <p:nvSpPr>
          <p:cNvPr id="3" name="Espace réservé d’image 2"/>
          <p:cNvSpPr>
            <a:spLocks noGrp="1" noChangeAspect="1"/>
          </p:cNvSpPr>
          <p:nvPr>
            <p:ph type="pic" idx="1" hasCustomPrompt="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fr-FR" noProof="0"/>
              <a:t>Cliquez sur l’icône pour ajouter une image</a:t>
            </a:r>
          </a:p>
        </p:txBody>
      </p:sp>
      <p:sp>
        <p:nvSpPr>
          <p:cNvPr id="4" name="Espace réservé du texte 3"/>
          <p:cNvSpPr>
            <a:spLocks noGrp="1"/>
          </p:cNvSpPr>
          <p:nvPr>
            <p:ph type="body" sz="half" idx="2" hasCustomPrompt="1"/>
          </p:nvPr>
        </p:nvSpPr>
        <p:spPr>
          <a:xfrm>
            <a:off x="685800" y="5299603"/>
            <a:ext cx="10131427" cy="49371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dirty="0"/>
              <a:t>Modifiez les styles du texte du masque</a:t>
            </a:r>
          </a:p>
        </p:txBody>
      </p:sp>
      <p:sp>
        <p:nvSpPr>
          <p:cNvPr id="5" name="Espace réservé de la date 4"/>
          <p:cNvSpPr>
            <a:spLocks noGrp="1"/>
          </p:cNvSpPr>
          <p:nvPr>
            <p:ph type="dt" sz="half" idx="10"/>
          </p:nvPr>
        </p:nvSpPr>
        <p:spPr/>
        <p:txBody>
          <a:bodyPr rtlCol="0"/>
          <a:lstStyle/>
          <a:p>
            <a:pPr rtl="0"/>
            <a:fld id="{C605CFF4-EE2A-4F72-9FAD-A04B5470587F}" type="datetime1">
              <a:rPr lang="fr-FR" noProof="0" smtClean="0"/>
              <a:t>14/04/2022</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pic>
        <p:nvPicPr>
          <p:cNvPr id="7" name="Imag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re 1"/>
          <p:cNvSpPr>
            <a:spLocks noGrp="1"/>
          </p:cNvSpPr>
          <p:nvPr>
            <p:ph type="title"/>
          </p:nvPr>
        </p:nvSpPr>
        <p:spPr>
          <a:xfrm>
            <a:off x="685801" y="609601"/>
            <a:ext cx="10131427" cy="3124199"/>
          </a:xfrm>
        </p:spPr>
        <p:txBody>
          <a:bodyPr rtlCol="0" anchor="ctr">
            <a:normAutofit/>
          </a:bodyPr>
          <a:lstStyle>
            <a:lvl1pPr algn="l">
              <a:defRPr sz="3200" b="0" cap="none"/>
            </a:lvl1pPr>
          </a:lstStyle>
          <a:p>
            <a:pPr rtl="0"/>
            <a:r>
              <a:rPr lang="fr-FR" noProof="0"/>
              <a:t>Modifiez le style du titre</a:t>
            </a:r>
          </a:p>
        </p:txBody>
      </p:sp>
      <p:sp>
        <p:nvSpPr>
          <p:cNvPr id="3" name="Espace réservé du texte 2"/>
          <p:cNvSpPr>
            <a:spLocks noGrp="1"/>
          </p:cNvSpPr>
          <p:nvPr>
            <p:ph type="body" idx="1" hasCustomPrompt="1"/>
          </p:nvPr>
        </p:nvSpPr>
        <p:spPr>
          <a:xfrm>
            <a:off x="685800" y="4343400"/>
            <a:ext cx="10131428" cy="1447800"/>
          </a:xfrm>
        </p:spPr>
        <p:txBody>
          <a:bodyPr rtlCol="0"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fr-FR" noProof="0" dirty="0"/>
              <a:t>Modifiez les styles du texte du masque</a:t>
            </a:r>
          </a:p>
        </p:txBody>
      </p:sp>
      <p:sp>
        <p:nvSpPr>
          <p:cNvPr id="4" name="Espace réservé de la date 3"/>
          <p:cNvSpPr>
            <a:spLocks noGrp="1"/>
          </p:cNvSpPr>
          <p:nvPr>
            <p:ph type="dt" sz="half" idx="10"/>
          </p:nvPr>
        </p:nvSpPr>
        <p:spPr/>
        <p:txBody>
          <a:bodyPr rtlCol="0"/>
          <a:lstStyle/>
          <a:p>
            <a:pPr rtl="0"/>
            <a:fld id="{856C1C1A-95EA-45B4-935B-9EF52C7203EA}" type="datetime1">
              <a:rPr lang="fr-FR" noProof="0" smtClean="0"/>
              <a:t>14/04/2022</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pic>
        <p:nvPicPr>
          <p:cNvPr id="16" name="Imag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Zone de texte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fr-FR" sz="8000" noProof="0">
                <a:solidFill>
                  <a:schemeClr val="tx1"/>
                </a:solidFill>
                <a:effectLst/>
              </a:rPr>
              <a:t>”</a:t>
            </a:r>
          </a:p>
        </p:txBody>
      </p:sp>
      <p:sp>
        <p:nvSpPr>
          <p:cNvPr id="11" name="Zone de texte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fr-FR" sz="8000" noProof="0">
                <a:solidFill>
                  <a:schemeClr val="tx1"/>
                </a:solidFill>
                <a:effectLst/>
              </a:rPr>
              <a:t>“</a:t>
            </a:r>
          </a:p>
        </p:txBody>
      </p:sp>
      <p:sp>
        <p:nvSpPr>
          <p:cNvPr id="2" name="Titre 1"/>
          <p:cNvSpPr>
            <a:spLocks noGrp="1"/>
          </p:cNvSpPr>
          <p:nvPr>
            <p:ph type="title" hasCustomPrompt="1"/>
          </p:nvPr>
        </p:nvSpPr>
        <p:spPr>
          <a:xfrm>
            <a:off x="992267" y="609601"/>
            <a:ext cx="9550399" cy="2743199"/>
          </a:xfrm>
        </p:spPr>
        <p:txBody>
          <a:bodyPr rtlCol="0" anchor="ctr">
            <a:normAutofit/>
          </a:bodyPr>
          <a:lstStyle>
            <a:lvl1pPr algn="l">
              <a:defRPr sz="3200" b="0" cap="none">
                <a:solidFill>
                  <a:schemeClr val="tx1"/>
                </a:solidFill>
              </a:defRPr>
            </a:lvl1pPr>
          </a:lstStyle>
          <a:p>
            <a:pPr rtl="0"/>
            <a:r>
              <a:rPr lang="fr-FR" noProof="0"/>
              <a:t>Modifiez le style du titre du masque</a:t>
            </a:r>
          </a:p>
        </p:txBody>
      </p:sp>
      <p:sp>
        <p:nvSpPr>
          <p:cNvPr id="10" name="Espace réservé du texte 9"/>
          <p:cNvSpPr>
            <a:spLocks noGrp="1"/>
          </p:cNvSpPr>
          <p:nvPr>
            <p:ph type="body" sz="quarter" idx="13" hasCustomPrompt="1"/>
          </p:nvPr>
        </p:nvSpPr>
        <p:spPr>
          <a:xfrm>
            <a:off x="1097875" y="3352800"/>
            <a:ext cx="9339184" cy="381000"/>
          </a:xfrm>
        </p:spPr>
        <p:txBody>
          <a:bodyPr rtlCol="0"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rtl="0"/>
            <a:r>
              <a:rPr lang="fr-FR" noProof="0" dirty="0"/>
              <a:t>Modifiez les styles du texte du masque</a:t>
            </a:r>
          </a:p>
        </p:txBody>
      </p:sp>
      <p:sp>
        <p:nvSpPr>
          <p:cNvPr id="3" name="Espace réservé du texte 2"/>
          <p:cNvSpPr>
            <a:spLocks noGrp="1"/>
          </p:cNvSpPr>
          <p:nvPr>
            <p:ph type="body" idx="1" hasCustomPrompt="1"/>
          </p:nvPr>
        </p:nvSpPr>
        <p:spPr>
          <a:xfrm>
            <a:off x="687465" y="4343400"/>
            <a:ext cx="10152367" cy="1447800"/>
          </a:xfrm>
        </p:spPr>
        <p:txBody>
          <a:bodyPr rtlCol="0"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fr-FR" noProof="0" dirty="0"/>
              <a:t>Modifiez les styles du texte du masque</a:t>
            </a:r>
          </a:p>
        </p:txBody>
      </p:sp>
      <p:sp>
        <p:nvSpPr>
          <p:cNvPr id="4" name="Espace réservé de la date 3"/>
          <p:cNvSpPr>
            <a:spLocks noGrp="1"/>
          </p:cNvSpPr>
          <p:nvPr>
            <p:ph type="dt" sz="half" idx="10"/>
          </p:nvPr>
        </p:nvSpPr>
        <p:spPr/>
        <p:txBody>
          <a:bodyPr rtlCol="0"/>
          <a:lstStyle/>
          <a:p>
            <a:pPr rtl="0"/>
            <a:fld id="{471FFB9A-24CF-4CDE-B354-89A18CEA16F5}" type="datetime1">
              <a:rPr lang="fr-FR" noProof="0" smtClean="0"/>
              <a:t>14/04/2022</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professionnelle">
    <p:spTree>
      <p:nvGrpSpPr>
        <p:cNvPr id="1" name=""/>
        <p:cNvGrpSpPr/>
        <p:nvPr/>
      </p:nvGrpSpPr>
      <p:grpSpPr>
        <a:xfrm>
          <a:off x="0" y="0"/>
          <a:ext cx="0" cy="0"/>
          <a:chOff x="0" y="0"/>
          <a:chExt cx="0" cy="0"/>
        </a:xfrm>
      </p:grpSpPr>
      <p:pic>
        <p:nvPicPr>
          <p:cNvPr id="8" name="Imag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re 1"/>
          <p:cNvSpPr>
            <a:spLocks noGrp="1"/>
          </p:cNvSpPr>
          <p:nvPr>
            <p:ph type="title"/>
          </p:nvPr>
        </p:nvSpPr>
        <p:spPr>
          <a:xfrm>
            <a:off x="685802" y="3308581"/>
            <a:ext cx="10131425" cy="1468800"/>
          </a:xfrm>
        </p:spPr>
        <p:txBody>
          <a:bodyPr rtlCol="0" anchor="b">
            <a:normAutofit/>
          </a:bodyPr>
          <a:lstStyle>
            <a:lvl1pPr algn="l">
              <a:defRPr sz="3200" b="0" cap="none"/>
            </a:lvl1pPr>
          </a:lstStyle>
          <a:p>
            <a:pPr rtl="0"/>
            <a:r>
              <a:rPr lang="fr-FR" noProof="0"/>
              <a:t>Modifiez le style du titre</a:t>
            </a:r>
          </a:p>
        </p:txBody>
      </p:sp>
      <p:sp>
        <p:nvSpPr>
          <p:cNvPr id="3" name="Espace réservé du texte 2"/>
          <p:cNvSpPr>
            <a:spLocks noGrp="1"/>
          </p:cNvSpPr>
          <p:nvPr>
            <p:ph type="body" idx="1" hasCustomPrompt="1"/>
          </p:nvPr>
        </p:nvSpPr>
        <p:spPr>
          <a:xfrm>
            <a:off x="685801" y="4777381"/>
            <a:ext cx="10131426" cy="860400"/>
          </a:xfrm>
        </p:spPr>
        <p:txBody>
          <a:bodyPr rtlCol="0"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fr-FR" noProof="0" dirty="0"/>
              <a:t>Modifiez les styles du texte du masque</a:t>
            </a:r>
          </a:p>
        </p:txBody>
      </p:sp>
      <p:sp>
        <p:nvSpPr>
          <p:cNvPr id="4" name="Espace réservé de la date 3"/>
          <p:cNvSpPr>
            <a:spLocks noGrp="1"/>
          </p:cNvSpPr>
          <p:nvPr>
            <p:ph type="dt" sz="half" idx="10"/>
          </p:nvPr>
        </p:nvSpPr>
        <p:spPr/>
        <p:txBody>
          <a:bodyPr rtlCol="0"/>
          <a:lstStyle/>
          <a:p>
            <a:pPr rtl="0"/>
            <a:fld id="{00C406EB-4EF3-4DFE-855D-567672AB0BCB}" type="datetime1">
              <a:rPr lang="fr-FR" noProof="0" smtClean="0"/>
              <a:t>14/04/2022</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tion Carte de nom">
    <p:spTree>
      <p:nvGrpSpPr>
        <p:cNvPr id="1" name=""/>
        <p:cNvGrpSpPr/>
        <p:nvPr/>
      </p:nvGrpSpPr>
      <p:grpSpPr>
        <a:xfrm>
          <a:off x="0" y="0"/>
          <a:ext cx="0" cy="0"/>
          <a:chOff x="0" y="0"/>
          <a:chExt cx="0" cy="0"/>
        </a:xfrm>
      </p:grpSpPr>
      <p:pic>
        <p:nvPicPr>
          <p:cNvPr id="11" name="Imag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Zone de texte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fr-FR" sz="8000" noProof="0">
                <a:solidFill>
                  <a:schemeClr val="tx1"/>
                </a:solidFill>
                <a:effectLst/>
              </a:rPr>
              <a:t>”</a:t>
            </a:r>
          </a:p>
        </p:txBody>
      </p:sp>
      <p:sp>
        <p:nvSpPr>
          <p:cNvPr id="14" name="Zone de texte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fr-FR" sz="8000" noProof="0">
                <a:solidFill>
                  <a:schemeClr val="tx1"/>
                </a:solidFill>
                <a:effectLst/>
              </a:rPr>
              <a:t>“</a:t>
            </a:r>
          </a:p>
        </p:txBody>
      </p:sp>
      <p:sp>
        <p:nvSpPr>
          <p:cNvPr id="16" name="Titre 1"/>
          <p:cNvSpPr>
            <a:spLocks noGrp="1"/>
          </p:cNvSpPr>
          <p:nvPr>
            <p:ph type="title"/>
          </p:nvPr>
        </p:nvSpPr>
        <p:spPr>
          <a:xfrm>
            <a:off x="992267" y="609601"/>
            <a:ext cx="9550399" cy="2743199"/>
          </a:xfrm>
        </p:spPr>
        <p:txBody>
          <a:bodyPr rtlCol="0" anchor="ctr">
            <a:normAutofit/>
          </a:bodyPr>
          <a:lstStyle>
            <a:lvl1pPr algn="l">
              <a:defRPr sz="3200" b="0" cap="none">
                <a:solidFill>
                  <a:schemeClr val="tx1"/>
                </a:solidFill>
              </a:defRPr>
            </a:lvl1pPr>
          </a:lstStyle>
          <a:p>
            <a:pPr rtl="0"/>
            <a:r>
              <a:rPr lang="fr-FR" noProof="0"/>
              <a:t>Modifiez le style du titre</a:t>
            </a:r>
          </a:p>
        </p:txBody>
      </p:sp>
      <p:sp>
        <p:nvSpPr>
          <p:cNvPr id="10" name="Espace réservé du texte 9"/>
          <p:cNvSpPr>
            <a:spLocks noGrp="1"/>
          </p:cNvSpPr>
          <p:nvPr>
            <p:ph type="body" sz="quarter" idx="13" hasCustomPrompt="1"/>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lvl="0" rtl="0"/>
            <a:r>
              <a:rPr lang="fr-FR" noProof="0" dirty="0"/>
              <a:t>Modifiez les styles du texte du masque</a:t>
            </a:r>
          </a:p>
        </p:txBody>
      </p:sp>
      <p:sp>
        <p:nvSpPr>
          <p:cNvPr id="3" name="Espace réservé du texte 2"/>
          <p:cNvSpPr>
            <a:spLocks noGrp="1"/>
          </p:cNvSpPr>
          <p:nvPr>
            <p:ph type="body" idx="1" hasCustomPrompt="1"/>
          </p:nvPr>
        </p:nvSpPr>
        <p:spPr>
          <a:xfrm>
            <a:off x="685799" y="4775200"/>
            <a:ext cx="10135436" cy="1016000"/>
          </a:xfrm>
        </p:spPr>
        <p:txBody>
          <a:bodyPr rtlCol="0"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fr-FR" noProof="0" dirty="0"/>
              <a:t>Modifiez les styles du texte du masque</a:t>
            </a:r>
          </a:p>
        </p:txBody>
      </p:sp>
      <p:sp>
        <p:nvSpPr>
          <p:cNvPr id="4" name="Espace réservé de la date 3"/>
          <p:cNvSpPr>
            <a:spLocks noGrp="1"/>
          </p:cNvSpPr>
          <p:nvPr>
            <p:ph type="dt" sz="half" idx="10"/>
          </p:nvPr>
        </p:nvSpPr>
        <p:spPr/>
        <p:txBody>
          <a:bodyPr rtlCol="0"/>
          <a:lstStyle/>
          <a:p>
            <a:pPr rtl="0"/>
            <a:fld id="{56480EE7-38A2-4FB9-BE5D-B321D74705AE}" type="datetime1">
              <a:rPr lang="fr-FR" noProof="0" smtClean="0"/>
              <a:t>14/04/2022</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pic>
        <p:nvPicPr>
          <p:cNvPr id="8" name="Imag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r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rtl="0"/>
            <a:r>
              <a:rPr lang="fr-FR" noProof="0"/>
              <a:t>Modifiez le style du titre</a:t>
            </a:r>
          </a:p>
        </p:txBody>
      </p:sp>
      <p:sp>
        <p:nvSpPr>
          <p:cNvPr id="10" name="Espace réservé du texte 9"/>
          <p:cNvSpPr>
            <a:spLocks noGrp="1"/>
          </p:cNvSpPr>
          <p:nvPr>
            <p:ph type="body" sz="quarter" idx="13" hasCustomPrompt="1"/>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lvl="0" rtl="0"/>
            <a:r>
              <a:rPr lang="fr-FR" noProof="0" dirty="0"/>
              <a:t>Modifiez les styles du texte du masque</a:t>
            </a:r>
          </a:p>
        </p:txBody>
      </p:sp>
      <p:sp>
        <p:nvSpPr>
          <p:cNvPr id="3" name="Espace réservé du texte 2"/>
          <p:cNvSpPr>
            <a:spLocks noGrp="1"/>
          </p:cNvSpPr>
          <p:nvPr>
            <p:ph type="body" idx="1" hasCustomPrompt="1"/>
          </p:nvPr>
        </p:nvSpPr>
        <p:spPr>
          <a:xfrm>
            <a:off x="685800" y="4343400"/>
            <a:ext cx="10131428" cy="1447800"/>
          </a:xfrm>
        </p:spPr>
        <p:txBody>
          <a:bodyPr rtlCol="0"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fr-FR" noProof="0" dirty="0"/>
              <a:t>Modifiez les styles du texte du masque</a:t>
            </a:r>
          </a:p>
        </p:txBody>
      </p:sp>
      <p:sp>
        <p:nvSpPr>
          <p:cNvPr id="4" name="Espace réservé de la date 3"/>
          <p:cNvSpPr>
            <a:spLocks noGrp="1"/>
          </p:cNvSpPr>
          <p:nvPr>
            <p:ph type="dt" sz="half" idx="10"/>
          </p:nvPr>
        </p:nvSpPr>
        <p:spPr/>
        <p:txBody>
          <a:bodyPr rtlCol="0"/>
          <a:lstStyle/>
          <a:p>
            <a:pPr rtl="0"/>
            <a:fld id="{CDE30113-73E1-459F-BE06-5B31A5CDD86C}" type="datetime1">
              <a:rPr lang="fr-FR" noProof="0" smtClean="0"/>
              <a:t>14/04/2022</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pic>
        <p:nvPicPr>
          <p:cNvPr id="7" name="Imag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Espace réservé du texte vertical 2"/>
          <p:cNvSpPr>
            <a:spLocks noGrp="1"/>
          </p:cNvSpPr>
          <p:nvPr>
            <p:ph type="body" orient="vert" idx="1" hasCustomPrompt="1"/>
          </p:nvPr>
        </p:nvSpPr>
        <p:spPr/>
        <p:txBody>
          <a:bodyPr vert="eaVert" rtlCol="0" anchor="t"/>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402ECFEC-E6FB-477F-81A5-D19402347593}" type="datetime1">
              <a:rPr lang="fr-FR" noProof="0" smtClean="0"/>
              <a:t>14/04/2022</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
        <p:nvSpPr>
          <p:cNvPr id="8" name="Titre 1"/>
          <p:cNvSpPr>
            <a:spLocks noGrp="1"/>
          </p:cNvSpPr>
          <p:nvPr>
            <p:ph type="title"/>
          </p:nvPr>
        </p:nvSpPr>
        <p:spPr>
          <a:xfrm>
            <a:off x="685801" y="609600"/>
            <a:ext cx="10131425" cy="1456267"/>
          </a:xfrm>
        </p:spPr>
        <p:txBody>
          <a:bodyPr rtlCol="0"/>
          <a:lstStyle/>
          <a:p>
            <a:pPr rtl="0"/>
            <a:r>
              <a:rPr lang="fr-FR" noProof="0"/>
              <a:t>Modifiez le style du titre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pic>
        <p:nvPicPr>
          <p:cNvPr id="7" name="Imag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re vertical 1"/>
          <p:cNvSpPr>
            <a:spLocks noGrp="1"/>
          </p:cNvSpPr>
          <p:nvPr>
            <p:ph type="title" orient="vert"/>
          </p:nvPr>
        </p:nvSpPr>
        <p:spPr>
          <a:xfrm>
            <a:off x="8658675" y="609599"/>
            <a:ext cx="2158552" cy="5181601"/>
          </a:xfrm>
        </p:spPr>
        <p:txBody>
          <a:bodyPr vert="eaVert" rtlCol="0"/>
          <a:lstStyle/>
          <a:p>
            <a:pPr rtl="0"/>
            <a:r>
              <a:rPr lang="fr-FR" noProof="0"/>
              <a:t>Modifiez le style du titre</a:t>
            </a:r>
          </a:p>
        </p:txBody>
      </p:sp>
      <p:sp>
        <p:nvSpPr>
          <p:cNvPr id="3" name="Espace réservé du texte vertical 2"/>
          <p:cNvSpPr>
            <a:spLocks noGrp="1"/>
          </p:cNvSpPr>
          <p:nvPr>
            <p:ph type="body" orient="vert" idx="1" hasCustomPrompt="1"/>
          </p:nvPr>
        </p:nvSpPr>
        <p:spPr>
          <a:xfrm>
            <a:off x="685800" y="609600"/>
            <a:ext cx="7832116" cy="5181600"/>
          </a:xfrm>
        </p:spPr>
        <p:txBody>
          <a:bodyPr vert="eaVert" rtlCol="0" anchor="t"/>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D816831D-F098-4412-8572-1F6EB9701FAA}" type="datetime1">
              <a:rPr lang="fr-FR" noProof="0" smtClean="0"/>
              <a:t>14/04/2022</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pPr rtl="0"/>
            <a:r>
              <a:rPr lang="fr-FR" noProof="0"/>
              <a:t>Modifiez le style du titre</a:t>
            </a:r>
          </a:p>
        </p:txBody>
      </p:sp>
      <p:sp>
        <p:nvSpPr>
          <p:cNvPr id="3" name="Espace réservé du texte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rtl="0"/>
            <a:fld id="{BC99740F-B3E7-4E10-A838-7727F592F546}" type="datetime1">
              <a:rPr lang="fr-FR" noProof="0" smtClean="0"/>
              <a:t>14/04/2022</a:t>
            </a:fld>
            <a:endParaRPr lang="fr-FR" noProof="0"/>
          </a:p>
        </p:txBody>
      </p:sp>
      <p:sp>
        <p:nvSpPr>
          <p:cNvPr id="5" name="Espace réservé du pied de page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rtl="0"/>
            <a:endParaRPr lang="fr-FR" noProof="0"/>
          </a:p>
        </p:txBody>
      </p:sp>
      <p:sp>
        <p:nvSpPr>
          <p:cNvPr id="6" name="Espace réservé du numéro de diapositive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rtl="0"/>
            <a:fld id="{D57F1E4F-1CFF-5643-939E-217C01CDF565}" type="slidenum">
              <a:rPr lang="fr-FR" noProof="0" smtClean="0"/>
              <a:pPr rtl="0"/>
              <a:t>‹N°›</a:t>
            </a:fld>
            <a:endParaRPr lang="fr-FR" noProof="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6" name="ZoneTexte 5"/>
          <p:cNvSpPr txBox="1"/>
          <p:nvPr/>
        </p:nvSpPr>
        <p:spPr>
          <a:xfrm>
            <a:off x="0" y="0"/>
            <a:ext cx="12191999" cy="523220"/>
          </a:xfrm>
          <a:prstGeom prst="rect">
            <a:avLst/>
          </a:prstGeom>
          <a:noFill/>
        </p:spPr>
        <p:txBody>
          <a:bodyPr wrap="square" rtlCol="0">
            <a:spAutoFit/>
          </a:bodyPr>
          <a:lstStyle/>
          <a:p>
            <a:pPr algn="ctr"/>
            <a:r>
              <a:rPr lang="fr-FR" sz="2800" dirty="0"/>
              <a:t>Projet </a:t>
            </a:r>
            <a:r>
              <a:rPr lang="fr-FR" sz="2800" dirty="0" err="1"/>
              <a:t>Pong</a:t>
            </a:r>
            <a:endParaRPr lang="fr-FR" sz="2800" dirty="0"/>
          </a:p>
        </p:txBody>
      </p:sp>
      <p:graphicFrame>
        <p:nvGraphicFramePr>
          <p:cNvPr id="8" name="Tableau 7"/>
          <p:cNvGraphicFramePr>
            <a:graphicFrameLocks noGrp="1"/>
          </p:cNvGraphicFramePr>
          <p:nvPr>
            <p:extLst>
              <p:ext uri="{D42A27DB-BD31-4B8C-83A1-F6EECF244321}">
                <p14:modId xmlns:p14="http://schemas.microsoft.com/office/powerpoint/2010/main" val="3434604205"/>
              </p:ext>
            </p:extLst>
          </p:nvPr>
        </p:nvGraphicFramePr>
        <p:xfrm>
          <a:off x="-2" y="523220"/>
          <a:ext cx="12192000" cy="633478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978962338"/>
                    </a:ext>
                  </a:extLst>
                </a:gridCol>
                <a:gridCol w="6096000">
                  <a:extLst>
                    <a:ext uri="{9D8B030D-6E8A-4147-A177-3AD203B41FA5}">
                      <a16:colId xmlns:a16="http://schemas.microsoft.com/office/drawing/2014/main" val="4138142807"/>
                    </a:ext>
                  </a:extLst>
                </a:gridCol>
              </a:tblGrid>
              <a:tr h="3167390">
                <a:tc>
                  <a:txBody>
                    <a:bodyPr/>
                    <a:lstStyle/>
                    <a:p>
                      <a:pPr algn="ctr"/>
                      <a:r>
                        <a:rPr lang="fr-FR" sz="2400" dirty="0"/>
                        <a:t>Cahier des charges</a:t>
                      </a:r>
                    </a:p>
                    <a:p>
                      <a:pPr algn="l"/>
                      <a:endParaRPr lang="fr-FR" sz="2400" dirty="0"/>
                    </a:p>
                    <a:p>
                      <a:pPr algn="ctr"/>
                      <a:r>
                        <a:rPr lang="fr-FR" sz="1600" dirty="0"/>
                        <a:t>Pour</a:t>
                      </a:r>
                      <a:r>
                        <a:rPr lang="fr-FR" sz="1600" baseline="0" dirty="0"/>
                        <a:t> ce projet, nous avons crée le jeu Pong. Pour cela, nous avons dû créer deux raquettes et une balle et son déplacement, et rajouter quelques autres fonctionnalités pour ajouter plusieurs différents types manières de jouer.</a:t>
                      </a:r>
                    </a:p>
                  </a:txBody>
                  <a:tcPr>
                    <a:noFill/>
                  </a:tcPr>
                </a:tc>
                <a:tc>
                  <a:txBody>
                    <a:bodyPr/>
                    <a:lstStyle/>
                    <a:p>
                      <a:pPr algn="ctr"/>
                      <a:r>
                        <a:rPr lang="fr-FR" sz="2400" dirty="0"/>
                        <a:t>Livrable</a:t>
                      </a:r>
                    </a:p>
                    <a:p>
                      <a:pPr algn="ctr"/>
                      <a:endParaRPr lang="fr-FR" sz="2400" dirty="0"/>
                    </a:p>
                  </a:txBody>
                  <a:tcPr>
                    <a:noFill/>
                  </a:tcPr>
                </a:tc>
                <a:extLst>
                  <a:ext uri="{0D108BD9-81ED-4DB2-BD59-A6C34878D82A}">
                    <a16:rowId xmlns:a16="http://schemas.microsoft.com/office/drawing/2014/main" val="2445097869"/>
                  </a:ext>
                </a:extLst>
              </a:tr>
              <a:tr h="3167390">
                <a:tc>
                  <a:txBody>
                    <a:bodyPr/>
                    <a:lstStyle/>
                    <a:p>
                      <a:pPr algn="ctr"/>
                      <a:r>
                        <a:rPr lang="fr-FR" sz="2400" b="1" dirty="0">
                          <a:solidFill>
                            <a:schemeClr val="tx1"/>
                          </a:solidFill>
                        </a:rPr>
                        <a:t>Méthodes</a:t>
                      </a:r>
                      <a:r>
                        <a:rPr lang="fr-FR" sz="2400" b="1" baseline="0" dirty="0">
                          <a:solidFill>
                            <a:schemeClr val="tx1"/>
                          </a:solidFill>
                        </a:rPr>
                        <a:t> / Technologies</a:t>
                      </a:r>
                      <a:endParaRPr lang="fr-FR" sz="2400" b="1" dirty="0">
                        <a:solidFill>
                          <a:schemeClr val="tx1"/>
                        </a:solidFill>
                      </a:endParaRPr>
                    </a:p>
                    <a:p>
                      <a:pPr algn="ctr"/>
                      <a:endParaRPr lang="fr-FR" sz="2400" b="1" dirty="0">
                        <a:solidFill>
                          <a:schemeClr val="tx1"/>
                        </a:solidFill>
                      </a:endParaRPr>
                    </a:p>
                    <a:p>
                      <a:pPr algn="ctr"/>
                      <a:r>
                        <a:rPr lang="fr-FR" sz="1600" b="1" dirty="0">
                          <a:solidFill>
                            <a:schemeClr val="tx1"/>
                          </a:solidFill>
                        </a:rPr>
                        <a:t>Dans ce projet, nous avons</a:t>
                      </a:r>
                      <a:r>
                        <a:rPr lang="fr-FR" sz="1600" b="1" baseline="0" dirty="0">
                          <a:solidFill>
                            <a:schemeClr val="tx1"/>
                          </a:solidFill>
                        </a:rPr>
                        <a:t> utilisé le logiciel de développement : </a:t>
                      </a:r>
                      <a:r>
                        <a:rPr lang="fr-FR" sz="1600" b="1" baseline="0" dirty="0" err="1">
                          <a:solidFill>
                            <a:schemeClr val="tx1"/>
                          </a:solidFill>
                        </a:rPr>
                        <a:t>Processing</a:t>
                      </a:r>
                      <a:r>
                        <a:rPr lang="fr-FR" sz="1600" b="1" baseline="0" dirty="0">
                          <a:solidFill>
                            <a:schemeClr val="tx1"/>
                          </a:solidFill>
                        </a:rPr>
                        <a:t>.</a:t>
                      </a:r>
                    </a:p>
                    <a:p>
                      <a:pPr algn="ctr"/>
                      <a:r>
                        <a:rPr lang="fr-FR" sz="1600" b="1" baseline="0" dirty="0">
                          <a:solidFill>
                            <a:schemeClr val="tx1"/>
                          </a:solidFill>
                        </a:rPr>
                        <a:t>Le langage de programmation utilisé est Java.</a:t>
                      </a:r>
                      <a:endParaRPr lang="fr-FR" sz="1600" b="1" dirty="0">
                        <a:solidFill>
                          <a:schemeClr val="tx1"/>
                        </a:solidFill>
                      </a:endParaRPr>
                    </a:p>
                  </a:txBody>
                  <a:tcPr>
                    <a:noFill/>
                  </a:tcPr>
                </a:tc>
                <a:tc>
                  <a:txBody>
                    <a:bodyPr/>
                    <a:lstStyle/>
                    <a:p>
                      <a:pPr algn="ctr"/>
                      <a:r>
                        <a:rPr lang="fr-FR" sz="2400" b="1" dirty="0">
                          <a:solidFill>
                            <a:schemeClr val="tx1"/>
                          </a:solidFill>
                        </a:rPr>
                        <a:t>Compétences développées</a:t>
                      </a:r>
                    </a:p>
                    <a:p>
                      <a:pPr algn="ctr"/>
                      <a:endParaRPr lang="fr-FR" sz="2400" b="1" dirty="0">
                        <a:solidFill>
                          <a:schemeClr val="tx1"/>
                        </a:solidFill>
                      </a:endParaRPr>
                    </a:p>
                    <a:p>
                      <a:pPr algn="ctr"/>
                      <a:r>
                        <a:rPr lang="fr-FR" sz="1600" b="1" i="0" u="none" strike="noStrike" kern="1200" baseline="0" dirty="0">
                          <a:solidFill>
                            <a:schemeClr val="tx1"/>
                          </a:solidFill>
                          <a:latin typeface="+mn-lt"/>
                          <a:ea typeface="+mn-ea"/>
                          <a:cs typeface="+mn-cs"/>
                        </a:rPr>
                        <a:t>Grâce à ce projet, j’ai pu apprendre le fonctionnement d’une classe et son constructeur, et le fonctionnement de switch.</a:t>
                      </a:r>
                      <a:endParaRPr lang="fr-FR" sz="1600" b="1" dirty="0">
                        <a:solidFill>
                          <a:schemeClr val="tx1"/>
                        </a:solidFill>
                      </a:endParaRPr>
                    </a:p>
                  </a:txBody>
                  <a:tcPr>
                    <a:noFill/>
                  </a:tcPr>
                </a:tc>
                <a:extLst>
                  <a:ext uri="{0D108BD9-81ED-4DB2-BD59-A6C34878D82A}">
                    <a16:rowId xmlns:a16="http://schemas.microsoft.com/office/drawing/2014/main" val="346646369"/>
                  </a:ext>
                </a:extLst>
              </a:tr>
            </a:tbl>
          </a:graphicData>
        </a:graphic>
      </p:graphicFrame>
      <p:pic>
        <p:nvPicPr>
          <p:cNvPr id="9" name="Image 8"/>
          <p:cNvPicPr>
            <a:picLocks noChangeAspect="1"/>
          </p:cNvPicPr>
          <p:nvPr/>
        </p:nvPicPr>
        <p:blipFill rotWithShape="1">
          <a:blip r:embed="rId3"/>
          <a:srcRect t="8344"/>
          <a:stretch/>
        </p:blipFill>
        <p:spPr>
          <a:xfrm>
            <a:off x="7475961" y="1168172"/>
            <a:ext cx="3533243" cy="2199281"/>
          </a:xfrm>
          <a:prstGeom prst="rect">
            <a:avLst/>
          </a:prstGeom>
        </p:spPr>
      </p:pic>
      <p:pic>
        <p:nvPicPr>
          <p:cNvPr id="5" name="Image 4">
            <a:extLst>
              <a:ext uri="{FF2B5EF4-FFF2-40B4-BE49-F238E27FC236}">
                <a16:creationId xmlns:a16="http://schemas.microsoft.com/office/drawing/2014/main" id="{695365A6-C58F-45E2-87D8-4852174B5DD3}"/>
              </a:ext>
            </a:extLst>
          </p:cNvPr>
          <p:cNvPicPr>
            <a:picLocks noChangeAspect="1"/>
          </p:cNvPicPr>
          <p:nvPr/>
        </p:nvPicPr>
        <p:blipFill>
          <a:blip r:embed="rId4"/>
          <a:stretch>
            <a:fillRect/>
          </a:stretch>
        </p:blipFill>
        <p:spPr>
          <a:xfrm>
            <a:off x="1266038" y="5195975"/>
            <a:ext cx="1456495" cy="1456495"/>
          </a:xfrm>
          <a:prstGeom prst="rect">
            <a:avLst/>
          </a:prstGeom>
        </p:spPr>
      </p:pic>
      <p:pic>
        <p:nvPicPr>
          <p:cNvPr id="10" name="Image 9">
            <a:extLst>
              <a:ext uri="{FF2B5EF4-FFF2-40B4-BE49-F238E27FC236}">
                <a16:creationId xmlns:a16="http://schemas.microsoft.com/office/drawing/2014/main" id="{83E97C71-480D-43F1-9CDF-6C0A96ED7DBD}"/>
              </a:ext>
            </a:extLst>
          </p:cNvPr>
          <p:cNvPicPr>
            <a:picLocks noChangeAspect="1"/>
          </p:cNvPicPr>
          <p:nvPr/>
        </p:nvPicPr>
        <p:blipFill>
          <a:blip r:embed="rId5"/>
          <a:stretch>
            <a:fillRect/>
          </a:stretch>
        </p:blipFill>
        <p:spPr>
          <a:xfrm>
            <a:off x="3473042" y="5195975"/>
            <a:ext cx="1602297" cy="1602297"/>
          </a:xfrm>
          <a:prstGeom prst="rect">
            <a:avLst/>
          </a:prstGeom>
        </p:spPr>
      </p:pic>
    </p:spTree>
    <p:extLst>
      <p:ext uri="{BB962C8B-B14F-4D97-AF65-F5344CB8AC3E}">
        <p14:creationId xmlns:p14="http://schemas.microsoft.com/office/powerpoint/2010/main" val="967649637"/>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éleste">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Office_36804916_TF89606788.potx" id="{DABC439B-3F68-40AC-906F-EFE87523EA25}" vid="{F16CEFB9-9774-42FE-9273-9D0D1275AEA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370F4A1-FC59-4361-989F-6C79533DA5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26D5668-1971-40BB-BC7C-94C9B101AAB7}">
  <ds:schemaRefs>
    <ds:schemaRef ds:uri="http://purl.org/dc/elements/1.1/"/>
    <ds:schemaRef ds:uri="http://www.w3.org/XML/1998/namespace"/>
    <ds:schemaRef ds:uri="http://schemas.openxmlformats.org/package/2006/metadata/core-properties"/>
    <ds:schemaRef ds:uri="http://schemas.microsoft.com/office/2006/documentManagement/types"/>
    <ds:schemaRef ds:uri="16c05727-aa75-4e4a-9b5f-8a80a1165891"/>
    <ds:schemaRef ds:uri="http://purl.org/dc/dcmitype/"/>
    <ds:schemaRef ds:uri="http://schemas.microsoft.com/office/infopath/2007/PartnerControls"/>
    <ds:schemaRef ds:uri="71af3243-3dd4-4a8d-8c0d-dd76da1f02a5"/>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FE57094B-4684-420B-AFE0-4E41CA2AF71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Conception Céleste</Template>
  <TotalTime>0</TotalTime>
  <Words>97</Words>
  <Application>Microsoft Office PowerPoint</Application>
  <PresentationFormat>Grand écran</PresentationFormat>
  <Paragraphs>13</Paragraphs>
  <Slides>1</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vt:i4>
      </vt:variant>
    </vt:vector>
  </HeadingPairs>
  <TitlesOfParts>
    <vt:vector size="5" baseType="lpstr">
      <vt:lpstr>Arial</vt:lpstr>
      <vt:lpstr>Calibri</vt:lpstr>
      <vt:lpstr>Calibri Light</vt:lpstr>
      <vt:lpstr>Céleste</vt:lpstr>
      <vt:lpstr>Présentation PowerPoint</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2022-03-18T14:10:35Z</dcterms:created>
  <dcterms:modified xsi:type="dcterms:W3CDTF">2022-04-14T18:49:04Z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