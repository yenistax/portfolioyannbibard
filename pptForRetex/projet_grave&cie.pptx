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6B8722-3D8D-4140-BD4A-9E2830E55B45}" type="datetime1">
              <a:rPr lang="fr-FR" smtClean="0"/>
              <a:t>14/04/2022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B143E41-8FAC-495B-8904-B43B013F90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DA1E0-F845-4FB2-9D01-CD4EEE454EA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46CEE3-4835-4F73-BA0B-02C09C03871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46AECB6-BB6C-4A03-934E-5844294CD0B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39643A-0C43-4C0E-A5B9-B840360A8BE9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3C3577-126F-4F26-94F0-CB2AEE7220E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B0E9-F83F-4B24-B694-B6214346C648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A97927-232D-4E80-8F84-5BED76402F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251033-F66D-4DDD-AC92-80CD89B331B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8C6B-E86E-4842-83C1-66CEB05CEF4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C3C82-B0A2-40BF-8669-C3625720EF0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D1A22-B2AE-4B8F-BB6F-F6D54E36CEE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05CFF4-EE2A-4F72-9FAD-A04B5470587F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C1C1A-95EA-45B4-935B-9EF52C7203E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FFB9A-24CF-4CDE-B354-89A18CEA16F5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406EB-4EF3-4DFE-855D-567672AB0BCB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 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480EE7-38A2-4FB9-BE5D-B321D74705A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30113-73E1-459F-BE06-5B31A5CDD8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2ECFEC-E6FB-477F-81A5-D19402347593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6831D-F098-4412-8572-1F6EB9701FA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BC99740F-B3E7-4E10-A838-7727F592F54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Projet Grave &amp; Cie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703579"/>
              </p:ext>
            </p:extLst>
          </p:nvPr>
        </p:nvGraphicFramePr>
        <p:xfrm>
          <a:off x="-2" y="523220"/>
          <a:ext cx="12192000" cy="633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789623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38142807"/>
                    </a:ext>
                  </a:extLst>
                </a:gridCol>
              </a:tblGrid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Cahier des charges</a:t>
                      </a:r>
                    </a:p>
                    <a:p>
                      <a:pPr algn="l"/>
                      <a:endParaRPr lang="fr-FR" dirty="0"/>
                    </a:p>
                    <a:p>
                      <a:pPr algn="ctr"/>
                      <a:r>
                        <a:rPr lang="fr-FR" sz="1600" dirty="0"/>
                        <a:t>Pour</a:t>
                      </a:r>
                      <a:r>
                        <a:rPr lang="fr-FR" sz="1600" baseline="0" dirty="0"/>
                        <a:t> ce projet, nous avons réalisé une base de données pour l’entreprise Grave &amp; Cie et construit des maquettes pour une application liée à cette base.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Livrable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097869"/>
                  </a:ext>
                </a:extLst>
              </a:tr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Méthodes</a:t>
                      </a:r>
                      <a:r>
                        <a:rPr lang="fr-FR" sz="2400" b="1" baseline="0" dirty="0">
                          <a:solidFill>
                            <a:schemeClr val="tx1"/>
                          </a:solidFill>
                        </a:rPr>
                        <a:t> / Technologies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Dans ce projet, nous avons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 utilisé le logiciel de développement : Microsoft SQL Server Management et </a:t>
                      </a:r>
                      <a:r>
                        <a:rPr lang="fr-FR" sz="1600" b="1" baseline="0" dirty="0" err="1">
                          <a:solidFill>
                            <a:schemeClr val="tx1"/>
                          </a:solidFill>
                        </a:rPr>
                        <a:t>Win’Design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Le langage de programmation utilisé est en SQL.</a:t>
                      </a:r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Compétences développées</a:t>
                      </a: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Grâce à ce projet, j’ai pu améliorer mes connaissances en SQL, apprendre comment créer et remplir une base de données et créer un MCD à partir de </a:t>
                      </a:r>
                      <a:r>
                        <a:rPr lang="fr-FR" sz="1600" b="1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Win’Desin</a:t>
                      </a:r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6369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38BDC52D-8AC9-4721-BA53-7FB25291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15" y="5250528"/>
            <a:ext cx="1635853" cy="1385164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BB1A009A-B61A-4949-88AE-2A0E31F52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23" y="5319476"/>
            <a:ext cx="1598642" cy="1316216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D26F7AC-1BD6-4476-8453-E4C471487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0" y="5463234"/>
            <a:ext cx="1981200" cy="1028700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A0C91D6E-9CFD-4DDF-8BF6-D130D4109A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021" y="1046440"/>
            <a:ext cx="3037985" cy="238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16_TF89606788.potx" id="{DABC439B-3F68-40AC-906F-EFE87523EA25}" vid="{F16CEFB9-9774-42FE-9273-9D0D1275AEA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6D5668-1971-40BB-BC7C-94C9B101AAB7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Céleste</Template>
  <TotalTime>0</TotalTime>
  <Words>101</Words>
  <Application>Microsoft Office PowerPoint</Application>
  <PresentationFormat>Grand écran</PresentationFormat>
  <Paragraphs>13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Céleste</vt:lpstr>
      <vt:lpstr>Présentation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2022-03-18T14:10:35Z</dcterms:created>
  <dcterms:modified xsi:type="dcterms:W3CDTF">2022-04-14T18:47:38Z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