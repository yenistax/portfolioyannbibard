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autoCompressPictures="0">
  <p:sldMasterIdLst>
    <p:sldMasterId id="2147483648" r:id="rId4"/>
  </p:sldMasterIdLst>
  <p:notesMasterIdLst>
    <p:notesMasterId r:id="rId6"/>
  </p:notesMasterIdLst>
  <p:handoutMasterIdLst>
    <p:handoutMasterId r:id="rId7"/>
  </p:handoutMasterIdLst>
  <p:sldIdLst>
    <p:sldId id="278" r:id="rId5"/>
  </p:sldIdLst>
  <p:sldSz cx="12192000" cy="6858000"/>
  <p:notesSz cx="6858000" cy="9144000"/>
  <p:defaultTextStyle>
    <a:defPPr rtl="0">
      <a:defRPr lang="fr-fr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7" d="100"/>
          <a:sy n="87" d="100"/>
        </p:scale>
        <p:origin x="48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5" d="100"/>
          <a:sy n="85" d="100"/>
        </p:scale>
        <p:origin x="3858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 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BF6B8722-3D8D-4140-BD4A-9E2830E55B45}" type="datetime1">
              <a:rPr lang="fr-FR" smtClean="0"/>
              <a:t>14/04/2022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1B143E41-8FAC-495B-8904-B43B013F90A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9130479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 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fr-FR" noProof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3A2DA1E0-F845-4FB2-9D01-CD4EEE454EAC}" type="datetime1">
              <a:rPr lang="fr-FR" noProof="0" smtClean="0"/>
              <a:t>14/04/2022</a:t>
            </a:fld>
            <a:endParaRPr lang="fr-FR" noProof="0"/>
          </a:p>
        </p:txBody>
      </p:sp>
      <p:sp>
        <p:nvSpPr>
          <p:cNvPr id="4" name="Espace réservé de l’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fr-FR" noProof="0"/>
          </a:p>
        </p:txBody>
      </p:sp>
      <p:sp>
        <p:nvSpPr>
          <p:cNvPr id="5" name="Espace réservé des commentaires 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fr-FR" noProof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946CEE3-4835-4F73-BA0B-02C09C038718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357908897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9946CEE3-4835-4F73-BA0B-02C09C038718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506343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rtlCol="0"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rtlCol="0"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fr-FR" noProof="0"/>
              <a:t>Modifier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 rtlCol="0"/>
          <a:lstStyle/>
          <a:p>
            <a:pPr rtl="0"/>
            <a:fld id="{F46AECB6-BB6C-4A03-934E-5844294CD0BE}" type="datetime1">
              <a:rPr lang="fr-FR" noProof="0" smtClean="0"/>
              <a:t>14/04/2022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 rtlCol="0"/>
          <a:lstStyle/>
          <a:p>
            <a:pPr rtl="0"/>
            <a:fld id="{D57F1E4F-1CFF-5643-939E-217C01CDF565}" type="slidenum">
              <a:rPr lang="fr-FR" noProof="0" smtClean="0"/>
              <a:pPr rtl="0"/>
              <a:t>‹N°›</a:t>
            </a:fld>
            <a:endParaRPr lang="fr-FR" noProof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 hasCustomPrompt="1"/>
          </p:nvPr>
        </p:nvSpPr>
        <p:spPr/>
        <p:txBody>
          <a:bodyPr rtlCol="0" anchor="ctr"/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739643A-0C43-4C0E-A5B9-B840360A8BE9}" type="datetime1">
              <a:rPr lang="fr-FR" noProof="0" smtClean="0"/>
              <a:t>14/04/2022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fr-FR" noProof="0" smtClean="0"/>
              <a:pPr rtl="0"/>
              <a:t>‹N°›</a:t>
            </a:fld>
            <a:endParaRPr lang="fr-FR" noProof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-têt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rtlCol="0" anchor="b"/>
          <a:lstStyle>
            <a:lvl1pPr algn="l">
              <a:defRPr sz="4000" b="0" cap="all"/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685799" y="4777381"/>
            <a:ext cx="10131428" cy="860400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93C3577-126F-4F26-94F0-CB2AEE7220E0}" type="datetime1">
              <a:rPr lang="fr-FR" noProof="0" smtClean="0"/>
              <a:t>14/04/2022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fr-FR" noProof="0" smtClean="0"/>
              <a:pPr rtl="0"/>
              <a:t>‹N°›</a:t>
            </a:fld>
            <a:endParaRPr lang="fr-FR" noProof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 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 hasCustomPrompt="1"/>
          </p:nvPr>
        </p:nvSpPr>
        <p:spPr>
          <a:xfrm>
            <a:off x="685802" y="2142067"/>
            <a:ext cx="4995334" cy="3649134"/>
          </a:xfrm>
        </p:spPr>
        <p:txBody>
          <a:bodyPr rtlCol="0">
            <a:normAutofit/>
          </a:bodyPr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 hasCustomPrompt="1"/>
          </p:nvPr>
        </p:nvSpPr>
        <p:spPr>
          <a:xfrm>
            <a:off x="5821895" y="2142067"/>
            <a:ext cx="4995332" cy="3649133"/>
          </a:xfrm>
        </p:spPr>
        <p:txBody>
          <a:bodyPr rtlCol="0">
            <a:normAutofit/>
          </a:bodyPr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EEFB0E9-F83F-4B24-B694-B6214346C648}" type="datetime1">
              <a:rPr lang="fr-FR" noProof="0" smtClean="0"/>
              <a:t>14/04/2022</a:t>
            </a:fld>
            <a:endParaRPr lang="fr-FR" noProof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fr-FR" noProof="0" smtClean="0"/>
              <a:pPr rtl="0"/>
              <a:t>‹N°›</a:t>
            </a:fld>
            <a:endParaRPr lang="fr-FR" noProof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973670" y="2218267"/>
            <a:ext cx="4709054" cy="576262"/>
          </a:xfrm>
        </p:spPr>
        <p:txBody>
          <a:bodyPr rtlCol="0"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 dirty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 hasCustomPrompt="1"/>
          </p:nvPr>
        </p:nvSpPr>
        <p:spPr>
          <a:xfrm>
            <a:off x="685801" y="2870201"/>
            <a:ext cx="4996923" cy="2920998"/>
          </a:xfrm>
        </p:spPr>
        <p:txBody>
          <a:bodyPr rtlCol="0" anchor="t">
            <a:normAutofit/>
          </a:bodyPr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 hasCustomPrompt="1"/>
          </p:nvPr>
        </p:nvSpPr>
        <p:spPr>
          <a:xfrm>
            <a:off x="6096003" y="2226734"/>
            <a:ext cx="4722813" cy="576262"/>
          </a:xfrm>
        </p:spPr>
        <p:txBody>
          <a:bodyPr rtlCol="0"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 dirty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 hasCustomPrompt="1"/>
          </p:nvPr>
        </p:nvSpPr>
        <p:spPr>
          <a:xfrm>
            <a:off x="5823483" y="2870201"/>
            <a:ext cx="4995334" cy="2920998"/>
          </a:xfrm>
        </p:spPr>
        <p:txBody>
          <a:bodyPr rtlCol="0" anchor="t">
            <a:normAutofit/>
          </a:bodyPr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7A97927-232D-4E80-8F84-5BED76402F6C}" type="datetime1">
              <a:rPr lang="fr-FR" noProof="0" smtClean="0"/>
              <a:t>14/04/2022</a:t>
            </a:fld>
            <a:endParaRPr lang="fr-FR" noProof="0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fr-FR" noProof="0" smtClean="0"/>
              <a:pPr rtl="0"/>
              <a:t>‹N°›</a:t>
            </a:fld>
            <a:endParaRPr lang="fr-FR" noProof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uniqu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1251033-F66D-4DDD-AC92-80CD89B331B0}" type="datetime1">
              <a:rPr lang="fr-FR" noProof="0" smtClean="0"/>
              <a:t>14/04/2022</a:t>
            </a:fld>
            <a:endParaRPr lang="fr-FR" noProof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fr-FR" noProof="0" smtClean="0"/>
              <a:pPr rtl="0"/>
              <a:t>‹N°›</a:t>
            </a:fld>
            <a:endParaRPr lang="fr-FR" noProof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7618C6B-E86E-4842-83C1-66CEB05CEF4C}" type="datetime1">
              <a:rPr lang="fr-FR" noProof="0" smtClean="0"/>
              <a:t>14/04/2022</a:t>
            </a:fld>
            <a:endParaRPr lang="fr-FR" noProof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fr-FR" noProof="0" smtClean="0"/>
              <a:pPr rtl="0"/>
              <a:t>‹N°›</a:t>
            </a:fld>
            <a:endParaRPr lang="fr-FR" noProof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 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rtlCol="0" anchor="b">
            <a:normAutofit/>
          </a:bodyPr>
          <a:lstStyle>
            <a:lvl1pPr algn="l">
              <a:defRPr sz="2400" b="0"/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 hasCustomPrompt="1"/>
          </p:nvPr>
        </p:nvSpPr>
        <p:spPr>
          <a:xfrm>
            <a:off x="4648201" y="609601"/>
            <a:ext cx="6169026" cy="5181600"/>
          </a:xfrm>
        </p:spPr>
        <p:txBody>
          <a:bodyPr rtlCol="0" anchor="ctr">
            <a:normAutofit/>
          </a:bodyPr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685800" y="3445933"/>
            <a:ext cx="3680885" cy="1828800"/>
          </a:xfrm>
        </p:spPr>
        <p:txBody>
          <a:bodyPr rtlCol="0"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4CC3C82-B0A2-40BF-8669-C3625720EF0A}" type="datetime1">
              <a:rPr lang="fr-FR" noProof="0" smtClean="0"/>
              <a:t>14/04/2022</a:t>
            </a:fld>
            <a:endParaRPr lang="fr-FR" noProof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fr-FR" noProof="0" smtClean="0"/>
              <a:pPr rtl="0"/>
              <a:t>‹N°›</a:t>
            </a:fld>
            <a:endParaRPr lang="fr-FR" noProof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rtlCol="0" anchor="b">
            <a:normAutofit/>
          </a:bodyPr>
          <a:lstStyle>
            <a:lvl1pPr algn="l">
              <a:defRPr sz="2800" b="0"/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14" name="Espace réservé d’image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685800" y="2971800"/>
            <a:ext cx="6164653" cy="1828800"/>
          </a:xfrm>
        </p:spPr>
        <p:txBody>
          <a:bodyPr rtlCol="0"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fr-FR" noProof="0" dirty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BBD1A22-B2AE-4B8F-BB6F-F6D54E36CEE6}" type="datetime1">
              <a:rPr lang="fr-FR" noProof="0" smtClean="0"/>
              <a:t>14/04/2022</a:t>
            </a:fld>
            <a:endParaRPr lang="fr-FR" noProof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fr-FR" noProof="0" smtClean="0"/>
              <a:pPr rtl="0"/>
              <a:t>‹N°›</a:t>
            </a:fld>
            <a:endParaRPr lang="fr-FR" noProof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rtlCol="0" anchor="b">
            <a:normAutofit/>
          </a:bodyPr>
          <a:lstStyle>
            <a:lvl1pPr algn="l">
              <a:defRPr sz="2400" b="0"/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’image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685800" y="5299603"/>
            <a:ext cx="10131427" cy="493712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fr-FR" noProof="0" dirty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605CFF4-EE2A-4F72-9FAD-A04B5470587F}" type="datetime1">
              <a:rPr lang="fr-FR" noProof="0" smtClean="0"/>
              <a:t>14/04/2022</a:t>
            </a:fld>
            <a:endParaRPr lang="fr-FR" noProof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fr-FR" noProof="0" smtClean="0"/>
              <a:pPr rtl="0"/>
              <a:t>‹N°›</a:t>
            </a:fld>
            <a:endParaRPr lang="fr-FR" noProof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rtlCol="0" anchor="ctr">
            <a:normAutofit/>
          </a:bodyPr>
          <a:lstStyle>
            <a:lvl1pPr algn="l">
              <a:defRPr sz="3200" b="0" cap="none"/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685800" y="4343400"/>
            <a:ext cx="10131428" cy="1447800"/>
          </a:xfrm>
        </p:spPr>
        <p:txBody>
          <a:bodyPr rtlCol="0"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fr-FR" noProof="0" dirty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56C1C1A-95EA-45B4-935B-9EF52C7203EA}" type="datetime1">
              <a:rPr lang="fr-FR" noProof="0" smtClean="0"/>
              <a:t>14/04/2022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fr-FR" noProof="0" smtClean="0"/>
              <a:pPr rtl="0"/>
              <a:t>‹N°›</a:t>
            </a:fld>
            <a:endParaRPr lang="fr-FR" noProof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Zone de texte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 rtl="0"/>
            <a:r>
              <a:rPr lang="fr-FR" sz="8000" noProof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Zone de texte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 rtl="0"/>
            <a:r>
              <a:rPr lang="fr-FR" sz="8000" noProof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992267" y="609601"/>
            <a:ext cx="9550399" cy="2743199"/>
          </a:xfrm>
        </p:spPr>
        <p:txBody>
          <a:bodyPr rtlCol="0"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pPr rtl="0"/>
            <a:r>
              <a:rPr lang="fr-FR" noProof="0"/>
              <a:t>Modifiez le style du titre du masque</a:t>
            </a:r>
          </a:p>
        </p:txBody>
      </p:sp>
      <p:sp>
        <p:nvSpPr>
          <p:cNvPr id="10" name="Espace réservé du texte 9"/>
          <p:cNvSpPr>
            <a:spLocks noGrp="1"/>
          </p:cNvSpPr>
          <p:nvPr>
            <p:ph type="body" sz="quarter" idx="13" hasCustomPrompt="1"/>
          </p:nvPr>
        </p:nvSpPr>
        <p:spPr>
          <a:xfrm>
            <a:off x="1097875" y="3352800"/>
            <a:ext cx="9339184" cy="381000"/>
          </a:xfrm>
        </p:spPr>
        <p:txBody>
          <a:bodyPr rtlCol="0"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 rtl="0"/>
            <a:r>
              <a:rPr lang="fr-FR" noProof="0" dirty="0"/>
              <a:t>Modifiez les styles du texte du masque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687465" y="4343400"/>
            <a:ext cx="10152367" cy="1447800"/>
          </a:xfrm>
        </p:spPr>
        <p:txBody>
          <a:bodyPr rtlCol="0"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fr-FR" noProof="0" dirty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71FFB9A-24CF-4CDE-B354-89A18CEA16F5}" type="datetime1">
              <a:rPr lang="fr-FR" noProof="0" smtClean="0"/>
              <a:t>14/04/2022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fr-FR" noProof="0" smtClean="0"/>
              <a:pPr rtl="0"/>
              <a:t>‹N°›</a:t>
            </a:fld>
            <a:endParaRPr lang="fr-FR" noProof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professionnel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 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rtlCol="0" anchor="b">
            <a:normAutofit/>
          </a:bodyPr>
          <a:lstStyle>
            <a:lvl1pPr algn="l">
              <a:defRPr sz="3200" b="0" cap="none"/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685801" y="4777381"/>
            <a:ext cx="10131426" cy="860400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fr-FR" noProof="0" dirty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0C406EB-4EF3-4DFE-855D-567672AB0BCB}" type="datetime1">
              <a:rPr lang="fr-FR" noProof="0" smtClean="0"/>
              <a:t>14/04/2022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fr-FR" noProof="0" smtClean="0"/>
              <a:pPr rtl="0"/>
              <a:t>‹N°›</a:t>
            </a:fld>
            <a:endParaRPr lang="fr-FR" noProof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Carte d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 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Zone de texte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 rtl="0"/>
            <a:r>
              <a:rPr lang="fr-FR" sz="8000" noProof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Zone de texte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 rtl="0"/>
            <a:r>
              <a:rPr lang="fr-FR" sz="8000" noProof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r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rtlCol="0"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10" name="Espace réservé du texte 9"/>
          <p:cNvSpPr>
            <a:spLocks noGrp="1"/>
          </p:cNvSpPr>
          <p:nvPr>
            <p:ph type="body" sz="quarter" idx="13" hasCustomPrompt="1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lvl="0" rtl="0"/>
            <a:r>
              <a:rPr lang="fr-FR" noProof="0" dirty="0"/>
              <a:t>Modifiez les styles du texte du masque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685799" y="4775200"/>
            <a:ext cx="10135436" cy="1016000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fr-FR" noProof="0" dirty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6480EE7-38A2-4FB9-BE5D-B321D74705AE}" type="datetime1">
              <a:rPr lang="fr-FR" noProof="0" smtClean="0"/>
              <a:t>14/04/2022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fr-FR" noProof="0" smtClean="0"/>
              <a:pPr rtl="0"/>
              <a:t>‹N°›</a:t>
            </a:fld>
            <a:endParaRPr lang="fr-FR" noProof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 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 rtl="0"/>
            <a:r>
              <a:rPr lang="fr-FR" noProof="0"/>
              <a:t>Modifiez le style du titre</a:t>
            </a:r>
          </a:p>
        </p:txBody>
      </p:sp>
      <p:sp>
        <p:nvSpPr>
          <p:cNvPr id="10" name="Espace réservé du texte 9"/>
          <p:cNvSpPr>
            <a:spLocks noGrp="1"/>
          </p:cNvSpPr>
          <p:nvPr>
            <p:ph type="body" sz="quarter" idx="13" hasCustomPrompt="1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lvl="0" rtl="0"/>
            <a:r>
              <a:rPr lang="fr-FR" noProof="0" dirty="0"/>
              <a:t>Modifiez les styles du texte du masque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685800" y="4343400"/>
            <a:ext cx="10131428" cy="1447800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fr-FR" noProof="0" dirty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DE30113-73E1-459F-BE06-5B31A5CDD86C}" type="datetime1">
              <a:rPr lang="fr-FR" noProof="0" smtClean="0"/>
              <a:t>14/04/2022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fr-FR" noProof="0" smtClean="0"/>
              <a:pPr rtl="0"/>
              <a:t>‹N°›</a:t>
            </a:fld>
            <a:endParaRPr lang="fr-FR" noProof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Espace réservé du texte vertical 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 rtlCol="0" anchor="t"/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02ECFEC-E6FB-477F-81A5-D19402347593}" type="datetime1">
              <a:rPr lang="fr-FR" noProof="0" smtClean="0"/>
              <a:t>14/04/2022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fr-FR" noProof="0" smtClean="0"/>
              <a:pPr rtl="0"/>
              <a:t>‹N°›</a:t>
            </a:fld>
            <a:endParaRPr lang="fr-FR" noProof="0"/>
          </a:p>
        </p:txBody>
      </p:sp>
      <p:sp>
        <p:nvSpPr>
          <p:cNvPr id="8" name="Titr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 rtlCol="0"/>
          <a:lstStyle/>
          <a:p>
            <a:pPr rtl="0"/>
            <a:r>
              <a:rPr lang="fr-FR" noProof="0"/>
              <a:t>Modifiez le style du titre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 rtlCol="0"/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 hasCustomPrompt="1"/>
          </p:nvPr>
        </p:nvSpPr>
        <p:spPr>
          <a:xfrm>
            <a:off x="685800" y="609600"/>
            <a:ext cx="7832116" cy="5181600"/>
          </a:xfrm>
        </p:spPr>
        <p:txBody>
          <a:bodyPr vert="eaVert" rtlCol="0" anchor="t"/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816831D-F098-4412-8572-1F6EB9701FAA}" type="datetime1">
              <a:rPr lang="fr-FR" noProof="0" smtClean="0"/>
              <a:t>14/04/2022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fr-FR" noProof="0" smtClean="0"/>
              <a:pPr rtl="0"/>
              <a:t>‹N°›</a:t>
            </a:fld>
            <a:endParaRPr lang="fr-FR" noProof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 rtl="0"/>
            <a:fld id="{BC99740F-B3E7-4E10-A838-7727F592F546}" type="datetime1">
              <a:rPr lang="fr-FR" noProof="0" smtClean="0"/>
              <a:t>14/04/2022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 rtl="0"/>
            <a:fld id="{D57F1E4F-1CFF-5643-939E-217C01CDF565}" type="slidenum">
              <a:rPr lang="fr-FR" noProof="0" smtClean="0"/>
              <a:pPr rtl="0"/>
              <a:t>‹N°›</a:t>
            </a:fld>
            <a:endParaRPr lang="fr-FR" noProof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8" r:id="rId14"/>
    <p:sldLayoutId id="2147483667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5"/>
          <p:cNvSpPr txBox="1"/>
          <p:nvPr/>
        </p:nvSpPr>
        <p:spPr>
          <a:xfrm>
            <a:off x="0" y="0"/>
            <a:ext cx="121919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/>
              <a:t>Projet Création d’une entreprise (Namgi Games)</a:t>
            </a:r>
          </a:p>
        </p:txBody>
      </p:sp>
      <p:graphicFrame>
        <p:nvGraphicFramePr>
          <p:cNvPr id="8" name="Tableau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7699545"/>
              </p:ext>
            </p:extLst>
          </p:nvPr>
        </p:nvGraphicFramePr>
        <p:xfrm>
          <a:off x="-2" y="523220"/>
          <a:ext cx="12192000" cy="6334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978962338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4138142807"/>
                    </a:ext>
                  </a:extLst>
                </a:gridCol>
              </a:tblGrid>
              <a:tr h="3167390">
                <a:tc>
                  <a:txBody>
                    <a:bodyPr/>
                    <a:lstStyle/>
                    <a:p>
                      <a:pPr algn="ctr"/>
                      <a:r>
                        <a:rPr lang="fr-FR" sz="2400" dirty="0"/>
                        <a:t>Cahier des charges</a:t>
                      </a:r>
                    </a:p>
                    <a:p>
                      <a:pPr algn="l"/>
                      <a:endParaRPr lang="fr-FR" dirty="0"/>
                    </a:p>
                    <a:p>
                      <a:pPr algn="ctr"/>
                      <a:r>
                        <a:rPr lang="fr-FR" sz="1600" dirty="0"/>
                        <a:t>Pour</a:t>
                      </a:r>
                      <a:r>
                        <a:rPr lang="fr-FR" sz="1600" baseline="0" dirty="0"/>
                        <a:t> ce projet, nous avons dû crée une entreprise sur un choix (métier : jeux vidéo; ce qui nous a permis de choisir le nom de l’entreprise : Namgi Games) que nous avons choisi en groupe de 4. </a:t>
                      </a:r>
                    </a:p>
                    <a:p>
                      <a:pPr algn="ctr"/>
                      <a:r>
                        <a:rPr lang="fr-FR" sz="1600" baseline="0"/>
                        <a:t>Le </a:t>
                      </a:r>
                      <a:r>
                        <a:rPr lang="fr-FR" sz="1600" baseline="0" dirty="0"/>
                        <a:t>but était </a:t>
                      </a:r>
                      <a:r>
                        <a:rPr lang="fr-FR" sz="1600" baseline="0"/>
                        <a:t>de respecter </a:t>
                      </a:r>
                      <a:r>
                        <a:rPr lang="fr-FR" sz="1600" baseline="0" dirty="0"/>
                        <a:t>tous les points sur la création d’une entreprise.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dirty="0"/>
                        <a:t>Livrable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5097869"/>
                  </a:ext>
                </a:extLst>
              </a:tr>
              <a:tr h="3167390">
                <a:tc>
                  <a:txBody>
                    <a:bodyPr/>
                    <a:lstStyle/>
                    <a:p>
                      <a:pPr algn="ctr"/>
                      <a:r>
                        <a:rPr lang="fr-FR" sz="2400" b="1" dirty="0">
                          <a:solidFill>
                            <a:schemeClr val="tx1"/>
                          </a:solidFill>
                        </a:rPr>
                        <a:t>Méthodes</a:t>
                      </a:r>
                      <a:r>
                        <a:rPr lang="fr-FR" sz="2400" b="1" baseline="0" dirty="0">
                          <a:solidFill>
                            <a:schemeClr val="tx1"/>
                          </a:solidFill>
                        </a:rPr>
                        <a:t> / Technologies</a:t>
                      </a:r>
                      <a:endParaRPr lang="fr-FR" sz="2400" b="1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fr-FR" sz="2400" b="1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fr-FR" sz="1600" b="1" dirty="0">
                          <a:solidFill>
                            <a:schemeClr val="tx1"/>
                          </a:solidFill>
                        </a:rPr>
                        <a:t>Dans ce projet, nous avons</a:t>
                      </a:r>
                      <a:r>
                        <a:rPr lang="fr-FR" sz="1600" b="1" baseline="0" dirty="0">
                          <a:solidFill>
                            <a:schemeClr val="tx1"/>
                          </a:solidFill>
                        </a:rPr>
                        <a:t> utilisé le logiciel : </a:t>
                      </a:r>
                    </a:p>
                    <a:p>
                      <a:pPr algn="ctr"/>
                      <a:r>
                        <a:rPr lang="fr-FR" sz="1600" b="1" baseline="0" dirty="0">
                          <a:solidFill>
                            <a:schemeClr val="tx1"/>
                          </a:solidFill>
                        </a:rPr>
                        <a:t>Microsoft Word/Libre Office </a:t>
                      </a:r>
                      <a:r>
                        <a:rPr lang="fr-FR" sz="1600" b="1" baseline="0" dirty="0" err="1">
                          <a:solidFill>
                            <a:schemeClr val="tx1"/>
                          </a:solidFill>
                        </a:rPr>
                        <a:t>Writter</a:t>
                      </a:r>
                      <a:r>
                        <a:rPr lang="fr-FR" sz="1600" b="1" baseline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b="1" dirty="0">
                          <a:solidFill>
                            <a:schemeClr val="tx1"/>
                          </a:solidFill>
                        </a:rPr>
                        <a:t>Compétences développées</a:t>
                      </a:r>
                    </a:p>
                    <a:p>
                      <a:pPr algn="ctr"/>
                      <a:endParaRPr lang="fr-FR" sz="2400" b="1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fr-FR" sz="1600" b="1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Grâce à ce projet, j’ai pu apprendre les bases pour créer une entreprise, donner des tâches à des employés et à se répartir les tâches au sein même du group.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646369"/>
                  </a:ext>
                </a:extLst>
              </a:tr>
            </a:tbl>
          </a:graphicData>
        </a:graphic>
      </p:graphicFrame>
      <p:pic>
        <p:nvPicPr>
          <p:cNvPr id="9" name="Image 8">
            <a:extLst>
              <a:ext uri="{FF2B5EF4-FFF2-40B4-BE49-F238E27FC236}">
                <a16:creationId xmlns:a16="http://schemas.microsoft.com/office/drawing/2014/main" id="{18E932A4-5B9A-4880-8E05-DE77A485F8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8944" y="1241934"/>
            <a:ext cx="2256692" cy="1914427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E2E78B6C-31F6-4492-9349-7DB4B100E8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4173" y="1347364"/>
            <a:ext cx="3829288" cy="1703566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D7425EE1-E7CB-4504-85B0-ABAD027D19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2521" y="5013055"/>
            <a:ext cx="1848276" cy="1718897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D9DE9A63-32F3-4425-BA43-EB42558622D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56982" y="5013055"/>
            <a:ext cx="1708449" cy="1708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764963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éleste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36804916_TF89606788.potx" id="{DABC439B-3F68-40AC-906F-EFE87523EA25}" vid="{F16CEFB9-9774-42FE-9273-9D0D1275AEA4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77210f24a1be23c92c90fd886aa0a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60e05723c5c1908df1a1a4ebf11d344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370F4A1-FC59-4361-989F-6C79533DA56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26D5668-1971-40BB-BC7C-94C9B101AAB7}">
  <ds:schemaRefs>
    <ds:schemaRef ds:uri="http://purl.org/dc/terms/"/>
    <ds:schemaRef ds:uri="http://schemas.openxmlformats.org/package/2006/metadata/core-properties"/>
    <ds:schemaRef ds:uri="16c05727-aa75-4e4a-9b5f-8a80a1165891"/>
    <ds:schemaRef ds:uri="http://purl.org/dc/dcmitype/"/>
    <ds:schemaRef ds:uri="http://schemas.microsoft.com/office/infopath/2007/PartnerControls"/>
    <ds:schemaRef ds:uri="http://schemas.microsoft.com/office/2006/documentManagement/types"/>
    <ds:schemaRef ds:uri="http://schemas.microsoft.com/office/2006/metadata/properties"/>
    <ds:schemaRef ds:uri="http://purl.org/dc/elements/1.1/"/>
    <ds:schemaRef ds:uri="71af3243-3dd4-4a8d-8c0d-dd76da1f02a5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FE57094B-4684-420B-AFE0-4E41CA2AF71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Conception Céleste</Template>
  <TotalTime>0</TotalTime>
  <Words>125</Words>
  <Application>Microsoft Office PowerPoint</Application>
  <PresentationFormat>Grand écran</PresentationFormat>
  <Paragraphs>14</Paragraphs>
  <Slides>1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Céleste</vt:lpstr>
      <vt:lpstr>Présentation PowerPoint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2022-03-18T14:10:35Z</dcterms:created>
  <dcterms:modified xsi:type="dcterms:W3CDTF">2022-04-14T18:46:32Z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